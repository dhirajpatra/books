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89" r:id="rId5"/>
  </p:sldMasterIdLst>
  <p:notesMasterIdLst>
    <p:notesMasterId r:id="rId17"/>
  </p:notesMasterIdLst>
  <p:sldIdLst>
    <p:sldId id="1970" r:id="rId6"/>
    <p:sldId id="1991" r:id="rId7"/>
    <p:sldId id="1983" r:id="rId8"/>
    <p:sldId id="2147375755" r:id="rId9"/>
    <p:sldId id="2147375749" r:id="rId10"/>
    <p:sldId id="2147375751" r:id="rId11"/>
    <p:sldId id="2147375753" r:id="rId12"/>
    <p:sldId id="2147375756" r:id="rId13"/>
    <p:sldId id="2147375757" r:id="rId14"/>
    <p:sldId id="2147375748" r:id="rId15"/>
    <p:sldId id="2147375739" r:id="rId1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D2A7FA4-D218-43BF-9329-15C897C37F0E}">
          <p14:sldIdLst>
            <p14:sldId id="1970"/>
            <p14:sldId id="1991"/>
            <p14:sldId id="1983"/>
            <p14:sldId id="2147375755"/>
            <p14:sldId id="2147375749"/>
            <p14:sldId id="2147375751"/>
            <p14:sldId id="2147375753"/>
            <p14:sldId id="2147375756"/>
            <p14:sldId id="2147375757"/>
            <p14:sldId id="2147375748"/>
            <p14:sldId id="2147375739"/>
          </p14:sldIdLst>
        </p14:section>
      </p14:sectionLst>
    </p:ext>
    <p:ext uri="{EFAFB233-063F-42B5-8137-9DF3F51BA10A}">
      <p15:sldGuideLst xmlns:p15="http://schemas.microsoft.com/office/powerpoint/2012/main">
        <p15:guide id="1" orient="horz" pos="4128"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ny Etnyre" initials="TE" lastIdx="4" clrIdx="0">
    <p:extLst>
      <p:ext uri="{19B8F6BF-5375-455C-9EA6-DF929625EA0E}">
        <p15:presenceInfo xmlns:p15="http://schemas.microsoft.com/office/powerpoint/2012/main" userId="S::aetnyre@ftcsolar.com::92b5ad7d-dc5b-4892-8bb9-ae12de7f9e30" providerId="AD"/>
      </p:ext>
    </p:extLst>
  </p:cmAuthor>
  <p:cmAuthor id="2" name="Microsoft Office User" initials="MOU" lastIdx="10" clrIdx="1">
    <p:extLst>
      <p:ext uri="{19B8F6BF-5375-455C-9EA6-DF929625EA0E}">
        <p15:presenceInfo xmlns:p15="http://schemas.microsoft.com/office/powerpoint/2012/main" userId="Microsoft Office User" providerId="None"/>
      </p:ext>
    </p:extLst>
  </p:cmAuthor>
  <p:cmAuthor id="3" name="Amber Schranz" initials="AS" lastIdx="2" clrIdx="2">
    <p:extLst>
      <p:ext uri="{19B8F6BF-5375-455C-9EA6-DF929625EA0E}">
        <p15:presenceInfo xmlns:p15="http://schemas.microsoft.com/office/powerpoint/2012/main" userId="S::aschranz@ftcsolar.com::b90d97d4-3f46-42b8-8cb4-5d6402896df6" providerId="AD"/>
      </p:ext>
    </p:extLst>
  </p:cmAuthor>
  <p:cmAuthor id="4" name="Eric Frazier" initials="EF" lastIdx="1" clrIdx="3">
    <p:extLst>
      <p:ext uri="{19B8F6BF-5375-455C-9EA6-DF929625EA0E}">
        <p15:presenceInfo xmlns:p15="http://schemas.microsoft.com/office/powerpoint/2012/main" userId="S::efrazier@ftcsolar.com::14a49d04-375f-4e5a-872b-59f170a10c07" providerId="AD"/>
      </p:ext>
    </p:extLst>
  </p:cmAuthor>
  <p:cmAuthor id="5" name="Cody Huggins" initials="CH" lastIdx="1" clrIdx="4">
    <p:extLst>
      <p:ext uri="{19B8F6BF-5375-455C-9EA6-DF929625EA0E}">
        <p15:presenceInfo xmlns:p15="http://schemas.microsoft.com/office/powerpoint/2012/main" userId="S::chuggins@ftcsolar.com::8e01d861-5d99-47df-a967-5367b9d806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059"/>
    <a:srgbClr val="C5E0B4"/>
    <a:srgbClr val="E6ECEE"/>
    <a:srgbClr val="FFEBCC"/>
    <a:srgbClr val="EAE7E8"/>
    <a:srgbClr val="FFE9A0"/>
    <a:srgbClr val="F8CBAD"/>
    <a:srgbClr val="92D050"/>
    <a:srgbClr val="83BE66"/>
    <a:srgbClr val="FF6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102"/>
      </p:cViewPr>
      <p:guideLst>
        <p:guide orient="horz" pos="412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a Ananth" userId="617e6dfd-b80f-457b-b406-e544ab826db6" providerId="ADAL" clId="{79D33A76-D1D7-4F48-A7D3-4AA7261DD82B}"/>
    <pc:docChg chg="undo redo custSel addSld delSld modSld sldOrd modSection">
      <pc:chgData name="Anusha Ananth" userId="617e6dfd-b80f-457b-b406-e544ab826db6" providerId="ADAL" clId="{79D33A76-D1D7-4F48-A7D3-4AA7261DD82B}" dt="2023-06-05T12:47:37.570" v="4666" actId="20577"/>
      <pc:docMkLst>
        <pc:docMk/>
      </pc:docMkLst>
      <pc:sldChg chg="addSp delSp modSp mod">
        <pc:chgData name="Anusha Ananth" userId="617e6dfd-b80f-457b-b406-e544ab826db6" providerId="ADAL" clId="{79D33A76-D1D7-4F48-A7D3-4AA7261DD82B}" dt="2023-06-05T02:21:31.608" v="3438" actId="27636"/>
        <pc:sldMkLst>
          <pc:docMk/>
          <pc:sldMk cId="15812992" sldId="1970"/>
        </pc:sldMkLst>
        <pc:spChg chg="mod">
          <ac:chgData name="Anusha Ananth" userId="617e6dfd-b80f-457b-b406-e544ab826db6" providerId="ADAL" clId="{79D33A76-D1D7-4F48-A7D3-4AA7261DD82B}" dt="2023-06-04T02:54:07.730" v="27" actId="20577"/>
          <ac:spMkLst>
            <pc:docMk/>
            <pc:sldMk cId="15812992" sldId="1970"/>
            <ac:spMk id="2" creationId="{061AC7F9-B348-4D9C-B9CB-107CE61EDF3F}"/>
          </ac:spMkLst>
        </pc:spChg>
        <pc:spChg chg="add mod">
          <ac:chgData name="Anusha Ananth" userId="617e6dfd-b80f-457b-b406-e544ab826db6" providerId="ADAL" clId="{79D33A76-D1D7-4F48-A7D3-4AA7261DD82B}" dt="2023-06-05T02:21:25.653" v="3431" actId="21"/>
          <ac:spMkLst>
            <pc:docMk/>
            <pc:sldMk cId="15812992" sldId="1970"/>
            <ac:spMk id="3" creationId="{65493359-28FF-A353-4C13-8E8C76AE883E}"/>
          </ac:spMkLst>
        </pc:spChg>
        <pc:spChg chg="del">
          <ac:chgData name="Anusha Ananth" userId="617e6dfd-b80f-457b-b406-e544ab826db6" providerId="ADAL" clId="{79D33A76-D1D7-4F48-A7D3-4AA7261DD82B}" dt="2023-06-04T02:53:58.865" v="25" actId="478"/>
          <ac:spMkLst>
            <pc:docMk/>
            <pc:sldMk cId="15812992" sldId="1970"/>
            <ac:spMk id="3" creationId="{BD91ADAA-96A8-0C47-47F5-934191B4B2CB}"/>
          </ac:spMkLst>
        </pc:spChg>
        <pc:spChg chg="mod">
          <ac:chgData name="Anusha Ananth" userId="617e6dfd-b80f-457b-b406-e544ab826db6" providerId="ADAL" clId="{79D33A76-D1D7-4F48-A7D3-4AA7261DD82B}" dt="2023-06-05T02:21:31.608" v="3438" actId="27636"/>
          <ac:spMkLst>
            <pc:docMk/>
            <pc:sldMk cId="15812992" sldId="1970"/>
            <ac:spMk id="4" creationId="{1CCEB6C7-FD77-45FA-88CB-56A8209EB208}"/>
          </ac:spMkLst>
        </pc:spChg>
      </pc:sldChg>
      <pc:sldChg chg="addSp delSp modSp mod ord modShow">
        <pc:chgData name="Anusha Ananth" userId="617e6dfd-b80f-457b-b406-e544ab826db6" providerId="ADAL" clId="{79D33A76-D1D7-4F48-A7D3-4AA7261DD82B}" dt="2023-06-05T05:08:48.771" v="3549" actId="729"/>
        <pc:sldMkLst>
          <pc:docMk/>
          <pc:sldMk cId="2236351254" sldId="1983"/>
        </pc:sldMkLst>
        <pc:spChg chg="add mod">
          <ac:chgData name="Anusha Ananth" userId="617e6dfd-b80f-457b-b406-e544ab826db6" providerId="ADAL" clId="{79D33A76-D1D7-4F48-A7D3-4AA7261DD82B}" dt="2023-06-05T02:16:08.261" v="2941" actId="20577"/>
          <ac:spMkLst>
            <pc:docMk/>
            <pc:sldMk cId="2236351254" sldId="1983"/>
            <ac:spMk id="3" creationId="{2B324D23-1BC0-06A4-01E2-9C075E3EB87F}"/>
          </ac:spMkLst>
        </pc:spChg>
        <pc:spChg chg="mod">
          <ac:chgData name="Anusha Ananth" userId="617e6dfd-b80f-457b-b406-e544ab826db6" providerId="ADAL" clId="{79D33A76-D1D7-4F48-A7D3-4AA7261DD82B}" dt="2023-06-04T04:30:22.178" v="783" actId="20577"/>
          <ac:spMkLst>
            <pc:docMk/>
            <pc:sldMk cId="2236351254" sldId="1983"/>
            <ac:spMk id="4" creationId="{B7D73064-B11B-CAEE-4D46-1D0D3F0F0326}"/>
          </ac:spMkLst>
        </pc:spChg>
        <pc:spChg chg="del">
          <ac:chgData name="Anusha Ananth" userId="617e6dfd-b80f-457b-b406-e544ab826db6" providerId="ADAL" clId="{79D33A76-D1D7-4F48-A7D3-4AA7261DD82B}" dt="2023-06-04T02:57:28.171" v="210" actId="478"/>
          <ac:spMkLst>
            <pc:docMk/>
            <pc:sldMk cId="2236351254" sldId="1983"/>
            <ac:spMk id="5" creationId="{7892A498-F709-580C-2BC7-7D3CB2648372}"/>
          </ac:spMkLst>
        </pc:spChg>
      </pc:sldChg>
      <pc:sldChg chg="del">
        <pc:chgData name="Anusha Ananth" userId="617e6dfd-b80f-457b-b406-e544ab826db6" providerId="ADAL" clId="{79D33A76-D1D7-4F48-A7D3-4AA7261DD82B}" dt="2023-06-04T04:35:23.405" v="871" actId="47"/>
        <pc:sldMkLst>
          <pc:docMk/>
          <pc:sldMk cId="2780843827" sldId="1990"/>
        </pc:sldMkLst>
      </pc:sldChg>
      <pc:sldChg chg="addSp delSp modSp mod">
        <pc:chgData name="Anusha Ananth" userId="617e6dfd-b80f-457b-b406-e544ab826db6" providerId="ADAL" clId="{79D33A76-D1D7-4F48-A7D3-4AA7261DD82B}" dt="2023-06-05T10:00:33.623" v="4407" actId="6549"/>
        <pc:sldMkLst>
          <pc:docMk/>
          <pc:sldMk cId="1549749864" sldId="1991"/>
        </pc:sldMkLst>
        <pc:spChg chg="mod">
          <ac:chgData name="Anusha Ananth" userId="617e6dfd-b80f-457b-b406-e544ab826db6" providerId="ADAL" clId="{79D33A76-D1D7-4F48-A7D3-4AA7261DD82B}" dt="2023-06-05T10:00:33.623" v="4407" actId="6549"/>
          <ac:spMkLst>
            <pc:docMk/>
            <pc:sldMk cId="1549749864" sldId="1991"/>
            <ac:spMk id="5" creationId="{261E4228-5867-DD54-032A-BE350E7B739D}"/>
          </ac:spMkLst>
        </pc:spChg>
        <pc:graphicFrameChg chg="add del mod">
          <ac:chgData name="Anusha Ananth" userId="617e6dfd-b80f-457b-b406-e544ab826db6" providerId="ADAL" clId="{79D33A76-D1D7-4F48-A7D3-4AA7261DD82B}" dt="2023-06-04T04:12:34.388" v="692"/>
          <ac:graphicFrameMkLst>
            <pc:docMk/>
            <pc:sldMk cId="1549749864" sldId="1991"/>
            <ac:graphicFrameMk id="2" creationId="{6AFE783C-82FA-B81E-78A6-65B74DB10A13}"/>
          </ac:graphicFrameMkLst>
        </pc:graphicFrameChg>
      </pc:sldChg>
      <pc:sldChg chg="modSp mod">
        <pc:chgData name="Anusha Ananth" userId="617e6dfd-b80f-457b-b406-e544ab826db6" providerId="ADAL" clId="{79D33A76-D1D7-4F48-A7D3-4AA7261DD82B}" dt="2023-06-04T05:57:43.768" v="2569" actId="1076"/>
        <pc:sldMkLst>
          <pc:docMk/>
          <pc:sldMk cId="2781634451" sldId="2147375739"/>
        </pc:sldMkLst>
        <pc:spChg chg="mod">
          <ac:chgData name="Anusha Ananth" userId="617e6dfd-b80f-457b-b406-e544ab826db6" providerId="ADAL" clId="{79D33A76-D1D7-4F48-A7D3-4AA7261DD82B}" dt="2023-06-04T05:39:45.309" v="1818" actId="20577"/>
          <ac:spMkLst>
            <pc:docMk/>
            <pc:sldMk cId="2781634451" sldId="2147375739"/>
            <ac:spMk id="3" creationId="{CEC17C0E-33B7-C267-9308-8C09BDC583FE}"/>
          </ac:spMkLst>
        </pc:spChg>
        <pc:spChg chg="mod">
          <ac:chgData name="Anusha Ananth" userId="617e6dfd-b80f-457b-b406-e544ab826db6" providerId="ADAL" clId="{79D33A76-D1D7-4F48-A7D3-4AA7261DD82B}" dt="2023-06-04T05:57:43.768" v="2569" actId="1076"/>
          <ac:spMkLst>
            <pc:docMk/>
            <pc:sldMk cId="2781634451" sldId="2147375739"/>
            <ac:spMk id="5" creationId="{A0868731-D703-6FE5-74CC-C07C20EED516}"/>
          </ac:spMkLst>
        </pc:spChg>
      </pc:sldChg>
      <pc:sldChg chg="del">
        <pc:chgData name="Anusha Ananth" userId="617e6dfd-b80f-457b-b406-e544ab826db6" providerId="ADAL" clId="{79D33A76-D1D7-4F48-A7D3-4AA7261DD82B}" dt="2023-06-04T04:36:36.404" v="922" actId="2696"/>
        <pc:sldMkLst>
          <pc:docMk/>
          <pc:sldMk cId="335043400" sldId="2147375740"/>
        </pc:sldMkLst>
      </pc:sldChg>
      <pc:sldChg chg="del">
        <pc:chgData name="Anusha Ananth" userId="617e6dfd-b80f-457b-b406-e544ab826db6" providerId="ADAL" clId="{79D33A76-D1D7-4F48-A7D3-4AA7261DD82B}" dt="2023-06-04T04:35:24.862" v="872" actId="47"/>
        <pc:sldMkLst>
          <pc:docMk/>
          <pc:sldMk cId="3454378192" sldId="2147375741"/>
        </pc:sldMkLst>
      </pc:sldChg>
      <pc:sldChg chg="modSp del mod ord">
        <pc:chgData name="Anusha Ananth" userId="617e6dfd-b80f-457b-b406-e544ab826db6" providerId="ADAL" clId="{79D33A76-D1D7-4F48-A7D3-4AA7261DD82B}" dt="2023-06-04T05:04:27.799" v="1343" actId="2696"/>
        <pc:sldMkLst>
          <pc:docMk/>
          <pc:sldMk cId="487904052" sldId="2147375745"/>
        </pc:sldMkLst>
        <pc:spChg chg="mod">
          <ac:chgData name="Anusha Ananth" userId="617e6dfd-b80f-457b-b406-e544ab826db6" providerId="ADAL" clId="{79D33A76-D1D7-4F48-A7D3-4AA7261DD82B}" dt="2023-06-04T04:36:21.593" v="921" actId="20577"/>
          <ac:spMkLst>
            <pc:docMk/>
            <pc:sldMk cId="487904052" sldId="2147375745"/>
            <ac:spMk id="3" creationId="{8542ED17-BEA7-E30B-3E72-1B35BBC2A0D0}"/>
          </ac:spMkLst>
        </pc:spChg>
      </pc:sldChg>
      <pc:sldChg chg="addSp delSp modSp mod">
        <pc:chgData name="Anusha Ananth" userId="617e6dfd-b80f-457b-b406-e544ab826db6" providerId="ADAL" clId="{79D33A76-D1D7-4F48-A7D3-4AA7261DD82B}" dt="2023-06-05T08:13:37.580" v="4403" actId="14100"/>
        <pc:sldMkLst>
          <pc:docMk/>
          <pc:sldMk cId="677552997" sldId="2147375748"/>
        </pc:sldMkLst>
        <pc:spChg chg="mod">
          <ac:chgData name="Anusha Ananth" userId="617e6dfd-b80f-457b-b406-e544ab826db6" providerId="ADAL" clId="{79D33A76-D1D7-4F48-A7D3-4AA7261DD82B}" dt="2023-06-05T08:13:37.580" v="4403" actId="14100"/>
          <ac:spMkLst>
            <pc:docMk/>
            <pc:sldMk cId="677552997" sldId="2147375748"/>
            <ac:spMk id="6" creationId="{F5732A9B-320C-B1E3-3F25-214B04141BE3}"/>
          </ac:spMkLst>
        </pc:spChg>
        <pc:graphicFrameChg chg="add del mod">
          <ac:chgData name="Anusha Ananth" userId="617e6dfd-b80f-457b-b406-e544ab826db6" providerId="ADAL" clId="{79D33A76-D1D7-4F48-A7D3-4AA7261DD82B}" dt="2023-06-04T04:08:54.337" v="611"/>
          <ac:graphicFrameMkLst>
            <pc:docMk/>
            <pc:sldMk cId="677552997" sldId="2147375748"/>
            <ac:graphicFrameMk id="2" creationId="{209E5153-AC55-6961-D916-DB11954FA56B}"/>
          </ac:graphicFrameMkLst>
        </pc:graphicFrameChg>
        <pc:graphicFrameChg chg="add del mod modGraphic">
          <ac:chgData name="Anusha Ananth" userId="617e6dfd-b80f-457b-b406-e544ab826db6" providerId="ADAL" clId="{79D33A76-D1D7-4F48-A7D3-4AA7261DD82B}" dt="2023-06-04T04:36:40.328" v="923" actId="21"/>
          <ac:graphicFrameMkLst>
            <pc:docMk/>
            <pc:sldMk cId="677552997" sldId="2147375748"/>
            <ac:graphicFrameMk id="4" creationId="{EFB32F73-7A44-9BF0-6263-F894A14546D3}"/>
          </ac:graphicFrameMkLst>
        </pc:graphicFrameChg>
      </pc:sldChg>
      <pc:sldChg chg="addSp delSp modSp mod ord">
        <pc:chgData name="Anusha Ananth" userId="617e6dfd-b80f-457b-b406-e544ab826db6" providerId="ADAL" clId="{79D33A76-D1D7-4F48-A7D3-4AA7261DD82B}" dt="2023-06-05T10:17:47.158" v="4596" actId="20577"/>
        <pc:sldMkLst>
          <pc:docMk/>
          <pc:sldMk cId="4098550467" sldId="2147375749"/>
        </pc:sldMkLst>
        <pc:spChg chg="mod">
          <ac:chgData name="Anusha Ananth" userId="617e6dfd-b80f-457b-b406-e544ab826db6" providerId="ADAL" clId="{79D33A76-D1D7-4F48-A7D3-4AA7261DD82B}" dt="2023-06-05T10:17:47.158" v="4596" actId="20577"/>
          <ac:spMkLst>
            <pc:docMk/>
            <pc:sldMk cId="4098550467" sldId="2147375749"/>
            <ac:spMk id="2" creationId="{3A61DD08-72A6-3D2D-8A2D-DE70E7EB5C86}"/>
          </ac:spMkLst>
        </pc:spChg>
        <pc:spChg chg="mod">
          <ac:chgData name="Anusha Ananth" userId="617e6dfd-b80f-457b-b406-e544ab826db6" providerId="ADAL" clId="{79D33A76-D1D7-4F48-A7D3-4AA7261DD82B}" dt="2023-06-05T05:10:23.794" v="3571"/>
          <ac:spMkLst>
            <pc:docMk/>
            <pc:sldMk cId="4098550467" sldId="2147375749"/>
            <ac:spMk id="3" creationId="{439A1AEE-3A51-7DDE-88AF-BF3F89877A8B}"/>
          </ac:spMkLst>
        </pc:spChg>
        <pc:picChg chg="del mod">
          <ac:chgData name="Anusha Ananth" userId="617e6dfd-b80f-457b-b406-e544ab826db6" providerId="ADAL" clId="{79D33A76-D1D7-4F48-A7D3-4AA7261DD82B}" dt="2023-06-04T05:59:55.994" v="2588" actId="478"/>
          <ac:picMkLst>
            <pc:docMk/>
            <pc:sldMk cId="4098550467" sldId="2147375749"/>
            <ac:picMk id="9" creationId="{B6AC98CE-E374-58D5-23B2-648071F0B9DB}"/>
          </ac:picMkLst>
        </pc:picChg>
        <pc:picChg chg="add mod">
          <ac:chgData name="Anusha Ananth" userId="617e6dfd-b80f-457b-b406-e544ab826db6" providerId="ADAL" clId="{79D33A76-D1D7-4F48-A7D3-4AA7261DD82B}" dt="2023-06-05T05:08:40.271" v="3546" actId="1076"/>
          <ac:picMkLst>
            <pc:docMk/>
            <pc:sldMk cId="4098550467" sldId="2147375749"/>
            <ac:picMk id="5122" creationId="{9F3D6154-56C6-221C-B930-08891269FE4E}"/>
          </ac:picMkLst>
        </pc:picChg>
      </pc:sldChg>
      <pc:sldChg chg="addSp delSp modSp mod ord">
        <pc:chgData name="Anusha Ananth" userId="617e6dfd-b80f-457b-b406-e544ab826db6" providerId="ADAL" clId="{79D33A76-D1D7-4F48-A7D3-4AA7261DD82B}" dt="2023-06-05T11:19:30.150" v="4610" actId="20577"/>
        <pc:sldMkLst>
          <pc:docMk/>
          <pc:sldMk cId="2236323823" sldId="2147375751"/>
        </pc:sldMkLst>
        <pc:spChg chg="mod">
          <ac:chgData name="Anusha Ananth" userId="617e6dfd-b80f-457b-b406-e544ab826db6" providerId="ADAL" clId="{79D33A76-D1D7-4F48-A7D3-4AA7261DD82B}" dt="2023-06-05T11:19:30.150" v="4610" actId="20577"/>
          <ac:spMkLst>
            <pc:docMk/>
            <pc:sldMk cId="2236323823" sldId="2147375751"/>
            <ac:spMk id="2" creationId="{3A61DD08-72A6-3D2D-8A2D-DE70E7EB5C86}"/>
          </ac:spMkLst>
        </pc:spChg>
        <pc:spChg chg="mod">
          <ac:chgData name="Anusha Ananth" userId="617e6dfd-b80f-457b-b406-e544ab826db6" providerId="ADAL" clId="{79D33A76-D1D7-4F48-A7D3-4AA7261DD82B}" dt="2023-06-05T05:10:28.462" v="3572"/>
          <ac:spMkLst>
            <pc:docMk/>
            <pc:sldMk cId="2236323823" sldId="2147375751"/>
            <ac:spMk id="3" creationId="{439A1AEE-3A51-7DDE-88AF-BF3F89877A8B}"/>
          </ac:spMkLst>
        </pc:spChg>
        <pc:graphicFrameChg chg="add mod modGraphic">
          <ac:chgData name="Anusha Ananth" userId="617e6dfd-b80f-457b-b406-e544ab826db6" providerId="ADAL" clId="{79D33A76-D1D7-4F48-A7D3-4AA7261DD82B}" dt="2023-06-05T10:16:14.643" v="4583" actId="1076"/>
          <ac:graphicFrameMkLst>
            <pc:docMk/>
            <pc:sldMk cId="2236323823" sldId="2147375751"/>
            <ac:graphicFrameMk id="6" creationId="{14AE1826-05C8-0AEC-46B1-13C43478FBFF}"/>
          </ac:graphicFrameMkLst>
        </pc:graphicFrameChg>
        <pc:picChg chg="add del mod">
          <ac:chgData name="Anusha Ananth" userId="617e6dfd-b80f-457b-b406-e544ab826db6" providerId="ADAL" clId="{79D33A76-D1D7-4F48-A7D3-4AA7261DD82B}" dt="2023-06-05T10:06:06.648" v="4533" actId="478"/>
          <ac:picMkLst>
            <pc:docMk/>
            <pc:sldMk cId="2236323823" sldId="2147375751"/>
            <ac:picMk id="5" creationId="{5D12314D-2FB7-0E23-4179-61BE718EDA99}"/>
          </ac:picMkLst>
        </pc:picChg>
        <pc:picChg chg="del mod">
          <ac:chgData name="Anusha Ananth" userId="617e6dfd-b80f-457b-b406-e544ab826db6" providerId="ADAL" clId="{79D33A76-D1D7-4F48-A7D3-4AA7261DD82B}" dt="2023-06-04T05:59:51.513" v="2587" actId="478"/>
          <ac:picMkLst>
            <pc:docMk/>
            <pc:sldMk cId="2236323823" sldId="2147375751"/>
            <ac:picMk id="11" creationId="{2742C83E-5A57-053D-3E22-8AFA9239E9A7}"/>
          </ac:picMkLst>
        </pc:picChg>
        <pc:picChg chg="add mod">
          <ac:chgData name="Anusha Ananth" userId="617e6dfd-b80f-457b-b406-e544ab826db6" providerId="ADAL" clId="{79D33A76-D1D7-4F48-A7D3-4AA7261DD82B}" dt="2023-06-05T10:12:04.628" v="4581" actId="1076"/>
          <ac:picMkLst>
            <pc:docMk/>
            <pc:sldMk cId="2236323823" sldId="2147375751"/>
            <ac:picMk id="1026" creationId="{F8C039DD-AEFE-9475-6D0F-FF1D7A5FCA71}"/>
          </ac:picMkLst>
        </pc:picChg>
      </pc:sldChg>
      <pc:sldChg chg="modSp add del mod">
        <pc:chgData name="Anusha Ananth" userId="617e6dfd-b80f-457b-b406-e544ab826db6" providerId="ADAL" clId="{79D33A76-D1D7-4F48-A7D3-4AA7261DD82B}" dt="2023-06-04T04:03:13.081" v="547" actId="2696"/>
        <pc:sldMkLst>
          <pc:docMk/>
          <pc:sldMk cId="3280796278" sldId="2147375752"/>
        </pc:sldMkLst>
        <pc:spChg chg="mod">
          <ac:chgData name="Anusha Ananth" userId="617e6dfd-b80f-457b-b406-e544ab826db6" providerId="ADAL" clId="{79D33A76-D1D7-4F48-A7D3-4AA7261DD82B}" dt="2023-06-04T03:41:32.704" v="539" actId="21"/>
          <ac:spMkLst>
            <pc:docMk/>
            <pc:sldMk cId="3280796278" sldId="2147375752"/>
            <ac:spMk id="3" creationId="{2B324D23-1BC0-06A4-01E2-9C075E3EB87F}"/>
          </ac:spMkLst>
        </pc:spChg>
        <pc:spChg chg="mod">
          <ac:chgData name="Anusha Ananth" userId="617e6dfd-b80f-457b-b406-e544ab826db6" providerId="ADAL" clId="{79D33A76-D1D7-4F48-A7D3-4AA7261DD82B}" dt="2023-06-04T03:13:41.892" v="452" actId="20577"/>
          <ac:spMkLst>
            <pc:docMk/>
            <pc:sldMk cId="3280796278" sldId="2147375752"/>
            <ac:spMk id="4" creationId="{B7D73064-B11B-CAEE-4D46-1D0D3F0F0326}"/>
          </ac:spMkLst>
        </pc:spChg>
      </pc:sldChg>
      <pc:sldChg chg="modSp add mod ord">
        <pc:chgData name="Anusha Ananth" userId="617e6dfd-b80f-457b-b406-e544ab826db6" providerId="ADAL" clId="{79D33A76-D1D7-4F48-A7D3-4AA7261DD82B}" dt="2023-06-05T05:18:25.615" v="3755" actId="20577"/>
        <pc:sldMkLst>
          <pc:docMk/>
          <pc:sldMk cId="2985898868" sldId="2147375753"/>
        </pc:sldMkLst>
        <pc:spChg chg="mod">
          <ac:chgData name="Anusha Ananth" userId="617e6dfd-b80f-457b-b406-e544ab826db6" providerId="ADAL" clId="{79D33A76-D1D7-4F48-A7D3-4AA7261DD82B}" dt="2023-06-05T05:18:25.615" v="3755" actId="20577"/>
          <ac:spMkLst>
            <pc:docMk/>
            <pc:sldMk cId="2985898868" sldId="2147375753"/>
            <ac:spMk id="3" creationId="{2B324D23-1BC0-06A4-01E2-9C075E3EB87F}"/>
          </ac:spMkLst>
        </pc:spChg>
        <pc:spChg chg="mod">
          <ac:chgData name="Anusha Ananth" userId="617e6dfd-b80f-457b-b406-e544ab826db6" providerId="ADAL" clId="{79D33A76-D1D7-4F48-A7D3-4AA7261DD82B}" dt="2023-06-04T04:39:22.986" v="986" actId="20577"/>
          <ac:spMkLst>
            <pc:docMk/>
            <pc:sldMk cId="2985898868" sldId="2147375753"/>
            <ac:spMk id="4" creationId="{B7D73064-B11B-CAEE-4D46-1D0D3F0F0326}"/>
          </ac:spMkLst>
        </pc:spChg>
      </pc:sldChg>
      <pc:sldChg chg="modSp add del mod ord">
        <pc:chgData name="Anusha Ananth" userId="617e6dfd-b80f-457b-b406-e544ab826db6" providerId="ADAL" clId="{79D33A76-D1D7-4F48-A7D3-4AA7261DD82B}" dt="2023-06-04T04:58:43.668" v="1029" actId="2696"/>
        <pc:sldMkLst>
          <pc:docMk/>
          <pc:sldMk cId="293177289" sldId="2147375754"/>
        </pc:sldMkLst>
        <pc:spChg chg="mod">
          <ac:chgData name="Anusha Ananth" userId="617e6dfd-b80f-457b-b406-e544ab826db6" providerId="ADAL" clId="{79D33A76-D1D7-4F48-A7D3-4AA7261DD82B}" dt="2023-06-04T04:39:16.060" v="972" actId="21"/>
          <ac:spMkLst>
            <pc:docMk/>
            <pc:sldMk cId="293177289" sldId="2147375754"/>
            <ac:spMk id="3" creationId="{2B324D23-1BC0-06A4-01E2-9C075E3EB87F}"/>
          </ac:spMkLst>
        </pc:spChg>
        <pc:spChg chg="mod">
          <ac:chgData name="Anusha Ananth" userId="617e6dfd-b80f-457b-b406-e544ab826db6" providerId="ADAL" clId="{79D33A76-D1D7-4F48-A7D3-4AA7261DD82B}" dt="2023-06-04T04:03:21.008" v="555" actId="20577"/>
          <ac:spMkLst>
            <pc:docMk/>
            <pc:sldMk cId="293177289" sldId="2147375754"/>
            <ac:spMk id="4" creationId="{B7D73064-B11B-CAEE-4D46-1D0D3F0F0326}"/>
          </ac:spMkLst>
        </pc:spChg>
      </pc:sldChg>
      <pc:sldChg chg="addSp delSp modSp new mod modShow">
        <pc:chgData name="Anusha Ananth" userId="617e6dfd-b80f-457b-b406-e544ab826db6" providerId="ADAL" clId="{79D33A76-D1D7-4F48-A7D3-4AA7261DD82B}" dt="2023-06-05T05:05:39.946" v="3527" actId="20577"/>
        <pc:sldMkLst>
          <pc:docMk/>
          <pc:sldMk cId="83449675" sldId="2147375755"/>
        </pc:sldMkLst>
        <pc:spChg chg="del">
          <ac:chgData name="Anusha Ananth" userId="617e6dfd-b80f-457b-b406-e544ab826db6" providerId="ADAL" clId="{79D33A76-D1D7-4F48-A7D3-4AA7261DD82B}" dt="2023-06-04T04:37:01.835" v="929" actId="478"/>
          <ac:spMkLst>
            <pc:docMk/>
            <pc:sldMk cId="83449675" sldId="2147375755"/>
            <ac:spMk id="2" creationId="{DDAFF8CF-BAF2-83A5-A31E-31FF6BB606F8}"/>
          </ac:spMkLst>
        </pc:spChg>
        <pc:spChg chg="mod">
          <ac:chgData name="Anusha Ananth" userId="617e6dfd-b80f-457b-b406-e544ab826db6" providerId="ADAL" clId="{79D33A76-D1D7-4F48-A7D3-4AA7261DD82B}" dt="2023-06-04T04:37:20.417" v="953" actId="20577"/>
          <ac:spMkLst>
            <pc:docMk/>
            <pc:sldMk cId="83449675" sldId="2147375755"/>
            <ac:spMk id="3" creationId="{18AE1FB9-36C6-7057-D8FF-4F6D02504F22}"/>
          </ac:spMkLst>
        </pc:spChg>
        <pc:spChg chg="del">
          <ac:chgData name="Anusha Ananth" userId="617e6dfd-b80f-457b-b406-e544ab826db6" providerId="ADAL" clId="{79D33A76-D1D7-4F48-A7D3-4AA7261DD82B}" dt="2023-06-04T04:37:23.710" v="954" actId="478"/>
          <ac:spMkLst>
            <pc:docMk/>
            <pc:sldMk cId="83449675" sldId="2147375755"/>
            <ac:spMk id="4" creationId="{B8AE7E5C-C9CE-C7E2-322F-9E6D41A42DE7}"/>
          </ac:spMkLst>
        </pc:spChg>
        <pc:graphicFrameChg chg="add mod modGraphic">
          <ac:chgData name="Anusha Ananth" userId="617e6dfd-b80f-457b-b406-e544ab826db6" providerId="ADAL" clId="{79D33A76-D1D7-4F48-A7D3-4AA7261DD82B}" dt="2023-06-05T05:05:39.946" v="3527" actId="20577"/>
          <ac:graphicFrameMkLst>
            <pc:docMk/>
            <pc:sldMk cId="83449675" sldId="2147375755"/>
            <ac:graphicFrameMk id="5" creationId="{99B49B29-A8C9-FE0F-1594-EDE1B0AACE2B}"/>
          </ac:graphicFrameMkLst>
        </pc:graphicFrameChg>
      </pc:sldChg>
      <pc:sldChg chg="add del">
        <pc:chgData name="Anusha Ananth" userId="617e6dfd-b80f-457b-b406-e544ab826db6" providerId="ADAL" clId="{79D33A76-D1D7-4F48-A7D3-4AA7261DD82B}" dt="2023-06-04T04:34:06.785" v="844" actId="2696"/>
        <pc:sldMkLst>
          <pc:docMk/>
          <pc:sldMk cId="333269391" sldId="2147375755"/>
        </pc:sldMkLst>
      </pc:sldChg>
      <pc:sldChg chg="modSp add del mod">
        <pc:chgData name="Anusha Ananth" userId="617e6dfd-b80f-457b-b406-e544ab826db6" providerId="ADAL" clId="{79D33A76-D1D7-4F48-A7D3-4AA7261DD82B}" dt="2023-06-04T04:26:04.016" v="723" actId="47"/>
        <pc:sldMkLst>
          <pc:docMk/>
          <pc:sldMk cId="1370999162" sldId="2147375755"/>
        </pc:sldMkLst>
        <pc:spChg chg="mod">
          <ac:chgData name="Anusha Ananth" userId="617e6dfd-b80f-457b-b406-e544ab826db6" providerId="ADAL" clId="{79D33A76-D1D7-4F48-A7D3-4AA7261DD82B}" dt="2023-06-04T04:13:19.584" v="712" actId="20577"/>
          <ac:spMkLst>
            <pc:docMk/>
            <pc:sldMk cId="1370999162" sldId="2147375755"/>
            <ac:spMk id="4" creationId="{B7D73064-B11B-CAEE-4D46-1D0D3F0F0326}"/>
          </ac:spMkLst>
        </pc:spChg>
      </pc:sldChg>
      <pc:sldChg chg="addSp delSp modSp new mod ord">
        <pc:chgData name="Anusha Ananth" userId="617e6dfd-b80f-457b-b406-e544ab826db6" providerId="ADAL" clId="{79D33A76-D1D7-4F48-A7D3-4AA7261DD82B}" dt="2023-06-05T02:24:39.651" v="3524" actId="1076"/>
        <pc:sldMkLst>
          <pc:docMk/>
          <pc:sldMk cId="36624713" sldId="2147375756"/>
        </pc:sldMkLst>
        <pc:spChg chg="del mod">
          <ac:chgData name="Anusha Ananth" userId="617e6dfd-b80f-457b-b406-e544ab826db6" providerId="ADAL" clId="{79D33A76-D1D7-4F48-A7D3-4AA7261DD82B}" dt="2023-06-04T05:20:52.666" v="1697" actId="478"/>
          <ac:spMkLst>
            <pc:docMk/>
            <pc:sldMk cId="36624713" sldId="2147375756"/>
            <ac:spMk id="2" creationId="{A5947334-5CCB-94C3-41ED-357DF3575138}"/>
          </ac:spMkLst>
        </pc:spChg>
        <pc:spChg chg="mod">
          <ac:chgData name="Anusha Ananth" userId="617e6dfd-b80f-457b-b406-e544ab826db6" providerId="ADAL" clId="{79D33A76-D1D7-4F48-A7D3-4AA7261DD82B}" dt="2023-06-04T05:22:28.397" v="1722" actId="20577"/>
          <ac:spMkLst>
            <pc:docMk/>
            <pc:sldMk cId="36624713" sldId="2147375756"/>
            <ac:spMk id="3" creationId="{4FC3D83F-BF50-3D17-13CE-2ABF087155D5}"/>
          </ac:spMkLst>
        </pc:spChg>
        <pc:spChg chg="del">
          <ac:chgData name="Anusha Ananth" userId="617e6dfd-b80f-457b-b406-e544ab826db6" providerId="ADAL" clId="{79D33A76-D1D7-4F48-A7D3-4AA7261DD82B}" dt="2023-06-04T05:00:53.754" v="1147" actId="478"/>
          <ac:spMkLst>
            <pc:docMk/>
            <pc:sldMk cId="36624713" sldId="2147375756"/>
            <ac:spMk id="4" creationId="{16002FEF-180B-D22E-901E-98BA4E80602D}"/>
          </ac:spMkLst>
        </pc:spChg>
        <pc:spChg chg="add mod">
          <ac:chgData name="Anusha Ananth" userId="617e6dfd-b80f-457b-b406-e544ab826db6" providerId="ADAL" clId="{79D33A76-D1D7-4F48-A7D3-4AA7261DD82B}" dt="2023-06-05T02:24:36.072" v="3523" actId="1076"/>
          <ac:spMkLst>
            <pc:docMk/>
            <pc:sldMk cId="36624713" sldId="2147375756"/>
            <ac:spMk id="6" creationId="{6AF112F3-F155-5344-6FCE-4DACCA2CC65F}"/>
          </ac:spMkLst>
        </pc:spChg>
        <pc:spChg chg="add del">
          <ac:chgData name="Anusha Ananth" userId="617e6dfd-b80f-457b-b406-e544ab826db6" providerId="ADAL" clId="{79D33A76-D1D7-4F48-A7D3-4AA7261DD82B}" dt="2023-06-04T05:25:10.274" v="1725"/>
          <ac:spMkLst>
            <pc:docMk/>
            <pc:sldMk cId="36624713" sldId="2147375756"/>
            <ac:spMk id="7" creationId="{51E169F6-8E64-CAA3-F6A6-CD21261D5764}"/>
          </ac:spMkLst>
        </pc:spChg>
        <pc:spChg chg="add del">
          <ac:chgData name="Anusha Ananth" userId="617e6dfd-b80f-457b-b406-e544ab826db6" providerId="ADAL" clId="{79D33A76-D1D7-4F48-A7D3-4AA7261DD82B}" dt="2023-06-04T05:25:31.913" v="1730"/>
          <ac:spMkLst>
            <pc:docMk/>
            <pc:sldMk cId="36624713" sldId="2147375756"/>
            <ac:spMk id="8" creationId="{F1A8B312-EB45-36D2-46E4-1B5EF44D3254}"/>
          </ac:spMkLst>
        </pc:spChg>
        <pc:spChg chg="add del mod">
          <ac:chgData name="Anusha Ananth" userId="617e6dfd-b80f-457b-b406-e544ab826db6" providerId="ADAL" clId="{79D33A76-D1D7-4F48-A7D3-4AA7261DD82B}" dt="2023-06-04T05:25:49.856" v="1735" actId="478"/>
          <ac:spMkLst>
            <pc:docMk/>
            <pc:sldMk cId="36624713" sldId="2147375756"/>
            <ac:spMk id="9" creationId="{01C6F00F-3167-0E0F-403A-B423E974974E}"/>
          </ac:spMkLst>
        </pc:spChg>
        <pc:picChg chg="add del">
          <ac:chgData name="Anusha Ananth" userId="617e6dfd-b80f-457b-b406-e544ab826db6" providerId="ADAL" clId="{79D33A76-D1D7-4F48-A7D3-4AA7261DD82B}" dt="2023-06-04T05:25:10.274" v="1725"/>
          <ac:picMkLst>
            <pc:docMk/>
            <pc:sldMk cId="36624713" sldId="2147375756"/>
            <ac:picMk id="3074" creationId="{A1FF9AE8-6348-D0CD-6CAB-914CE992D1DD}"/>
          </ac:picMkLst>
        </pc:picChg>
        <pc:picChg chg="add del">
          <ac:chgData name="Anusha Ananth" userId="617e6dfd-b80f-457b-b406-e544ab826db6" providerId="ADAL" clId="{79D33A76-D1D7-4F48-A7D3-4AA7261DD82B}" dt="2023-06-04T05:25:10.274" v="1725"/>
          <ac:picMkLst>
            <pc:docMk/>
            <pc:sldMk cId="36624713" sldId="2147375756"/>
            <ac:picMk id="3075" creationId="{4784D2DD-BF6E-762A-CCCE-20FAF4324481}"/>
          </ac:picMkLst>
        </pc:picChg>
        <pc:picChg chg="add del">
          <ac:chgData name="Anusha Ananth" userId="617e6dfd-b80f-457b-b406-e544ab826db6" providerId="ADAL" clId="{79D33A76-D1D7-4F48-A7D3-4AA7261DD82B}" dt="2023-06-04T05:25:31.913" v="1730"/>
          <ac:picMkLst>
            <pc:docMk/>
            <pc:sldMk cId="36624713" sldId="2147375756"/>
            <ac:picMk id="3077" creationId="{FEC8CE8D-4A97-64A2-EF49-8D2F92F57739}"/>
          </ac:picMkLst>
        </pc:picChg>
        <pc:picChg chg="add mod">
          <ac:chgData name="Anusha Ananth" userId="617e6dfd-b80f-457b-b406-e544ab826db6" providerId="ADAL" clId="{79D33A76-D1D7-4F48-A7D3-4AA7261DD82B}" dt="2023-06-05T02:24:39.651" v="3524" actId="1076"/>
          <ac:picMkLst>
            <pc:docMk/>
            <pc:sldMk cId="36624713" sldId="2147375756"/>
            <ac:picMk id="3079" creationId="{9EACBA57-3D83-48E5-9D13-68620342EA76}"/>
          </ac:picMkLst>
        </pc:picChg>
      </pc:sldChg>
      <pc:sldChg chg="modSp add mod ord">
        <pc:chgData name="Anusha Ananth" userId="617e6dfd-b80f-457b-b406-e544ab826db6" providerId="ADAL" clId="{79D33A76-D1D7-4F48-A7D3-4AA7261DD82B}" dt="2023-06-05T12:47:37.570" v="4666" actId="20577"/>
        <pc:sldMkLst>
          <pc:docMk/>
          <pc:sldMk cId="642527781" sldId="2147375757"/>
        </pc:sldMkLst>
        <pc:spChg chg="mod">
          <ac:chgData name="Anusha Ananth" userId="617e6dfd-b80f-457b-b406-e544ab826db6" providerId="ADAL" clId="{79D33A76-D1D7-4F48-A7D3-4AA7261DD82B}" dt="2023-06-05T12:47:37.570" v="4666" actId="20577"/>
          <ac:spMkLst>
            <pc:docMk/>
            <pc:sldMk cId="642527781" sldId="2147375757"/>
            <ac:spMk id="2" creationId="{A5947334-5CCB-94C3-41ED-357DF3575138}"/>
          </ac:spMkLst>
        </pc:spChg>
        <pc:spChg chg="mod">
          <ac:chgData name="Anusha Ananth" userId="617e6dfd-b80f-457b-b406-e544ab826db6" providerId="ADAL" clId="{79D33A76-D1D7-4F48-A7D3-4AA7261DD82B}" dt="2023-06-04T05:18:11.047" v="1673"/>
          <ac:spMkLst>
            <pc:docMk/>
            <pc:sldMk cId="642527781" sldId="2147375757"/>
            <ac:spMk id="3" creationId="{4FC3D83F-BF50-3D17-13CE-2ABF087155D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2DBCCD-5600-4697-A102-82A908089400}"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2F467A8-5F1C-4F64-8CEB-373B2F1E5529}">
      <dgm:prSet phldrT="[Text]"/>
      <dgm:spPr/>
      <dgm:t>
        <a:bodyPr/>
        <a:lstStyle/>
        <a:p>
          <a:r>
            <a:rPr lang="en-US" dirty="0"/>
            <a:t>Service</a:t>
          </a:r>
        </a:p>
      </dgm:t>
    </dgm:pt>
    <dgm:pt modelId="{054C9708-8EC3-4B95-8DC6-0D157B7295C4}" type="parTrans" cxnId="{CE764C84-C211-40AD-A611-3CA6837BDE74}">
      <dgm:prSet/>
      <dgm:spPr/>
      <dgm:t>
        <a:bodyPr/>
        <a:lstStyle/>
        <a:p>
          <a:endParaRPr lang="en-US"/>
        </a:p>
      </dgm:t>
    </dgm:pt>
    <dgm:pt modelId="{917EC9E7-4C67-44CA-881D-D85EE91F42E0}" type="sibTrans" cxnId="{CE764C84-C211-40AD-A611-3CA6837BDE74}">
      <dgm:prSet/>
      <dgm:spPr/>
      <dgm:t>
        <a:bodyPr/>
        <a:lstStyle/>
        <a:p>
          <a:endParaRPr lang="en-US"/>
        </a:p>
      </dgm:t>
    </dgm:pt>
    <dgm:pt modelId="{CB2DCA7E-6F71-4B17-B6A4-324A36584423}">
      <dgm:prSet phldrT="[Text]"/>
      <dgm:spPr/>
      <dgm:t>
        <a:bodyPr/>
        <a:lstStyle/>
        <a:p>
          <a:r>
            <a:rPr lang="en-US" dirty="0"/>
            <a:t>Workspace1</a:t>
          </a:r>
        </a:p>
      </dgm:t>
    </dgm:pt>
    <dgm:pt modelId="{1ABB30D1-CF3E-4B76-B319-41C6758A4600}" type="parTrans" cxnId="{E68D2DD6-DB40-4541-A576-433DFBC8F07D}">
      <dgm:prSet/>
      <dgm:spPr/>
      <dgm:t>
        <a:bodyPr/>
        <a:lstStyle/>
        <a:p>
          <a:endParaRPr lang="en-US"/>
        </a:p>
      </dgm:t>
    </dgm:pt>
    <dgm:pt modelId="{976D318A-8A07-4867-A0A3-01A5ABE1A35A}" type="sibTrans" cxnId="{E68D2DD6-DB40-4541-A576-433DFBC8F07D}">
      <dgm:prSet/>
      <dgm:spPr/>
      <dgm:t>
        <a:bodyPr/>
        <a:lstStyle/>
        <a:p>
          <a:endParaRPr lang="en-US"/>
        </a:p>
      </dgm:t>
    </dgm:pt>
    <dgm:pt modelId="{2700FD98-6F32-4A74-9055-174C1DAD5975}">
      <dgm:prSet phldrT="[Text]"/>
      <dgm:spPr/>
      <dgm:t>
        <a:bodyPr/>
        <a:lstStyle/>
        <a:p>
          <a:r>
            <a:rPr lang="en-US" dirty="0"/>
            <a:t>Report1</a:t>
          </a:r>
        </a:p>
        <a:p>
          <a:r>
            <a:rPr lang="en-US" dirty="0"/>
            <a:t>- Dataset1</a:t>
          </a:r>
        </a:p>
      </dgm:t>
    </dgm:pt>
    <dgm:pt modelId="{6861314D-A86D-43F0-B3BC-209996B6FC5A}" type="parTrans" cxnId="{A693EA12-357A-4DF2-8B6A-CB3740AE2515}">
      <dgm:prSet/>
      <dgm:spPr/>
      <dgm:t>
        <a:bodyPr/>
        <a:lstStyle/>
        <a:p>
          <a:endParaRPr lang="en-US"/>
        </a:p>
      </dgm:t>
    </dgm:pt>
    <dgm:pt modelId="{49AED15E-707A-4E01-8417-15AD2B9417FD}" type="sibTrans" cxnId="{A693EA12-357A-4DF2-8B6A-CB3740AE2515}">
      <dgm:prSet/>
      <dgm:spPr/>
      <dgm:t>
        <a:bodyPr/>
        <a:lstStyle/>
        <a:p>
          <a:endParaRPr lang="en-US"/>
        </a:p>
      </dgm:t>
    </dgm:pt>
    <dgm:pt modelId="{2D538899-383B-4880-B88C-FC85860652FC}">
      <dgm:prSet phldrT="[Text]"/>
      <dgm:spPr/>
      <dgm:t>
        <a:bodyPr/>
        <a:lstStyle/>
        <a:p>
          <a:r>
            <a:rPr lang="en-US" dirty="0"/>
            <a:t>Report2</a:t>
          </a:r>
        </a:p>
        <a:p>
          <a:r>
            <a:rPr lang="en-US" dirty="0"/>
            <a:t>-Dataset2</a:t>
          </a:r>
        </a:p>
      </dgm:t>
    </dgm:pt>
    <dgm:pt modelId="{2C26C5FA-D8C1-41D9-834E-242ED32D0EE5}" type="parTrans" cxnId="{CA0E146B-A653-4A2A-84E5-4F4ADEC4C39B}">
      <dgm:prSet/>
      <dgm:spPr/>
      <dgm:t>
        <a:bodyPr/>
        <a:lstStyle/>
        <a:p>
          <a:endParaRPr lang="en-US"/>
        </a:p>
      </dgm:t>
    </dgm:pt>
    <dgm:pt modelId="{5CA86D0C-4FC8-4224-8C97-36AB50F8A78F}" type="sibTrans" cxnId="{CA0E146B-A653-4A2A-84E5-4F4ADEC4C39B}">
      <dgm:prSet/>
      <dgm:spPr/>
      <dgm:t>
        <a:bodyPr/>
        <a:lstStyle/>
        <a:p>
          <a:endParaRPr lang="en-US"/>
        </a:p>
      </dgm:t>
    </dgm:pt>
    <dgm:pt modelId="{BFA84545-A6EC-43F9-B603-A46A90B5CEE6}">
      <dgm:prSet phldrT="[Text]"/>
      <dgm:spPr/>
      <dgm:t>
        <a:bodyPr/>
        <a:lstStyle/>
        <a:p>
          <a:r>
            <a:rPr lang="en-US" dirty="0"/>
            <a:t>Workspace2</a:t>
          </a:r>
        </a:p>
      </dgm:t>
    </dgm:pt>
    <dgm:pt modelId="{70073967-F705-4326-8810-D1586DC4C344}" type="parTrans" cxnId="{5FECF18A-3432-4630-AAA0-7F1F60C7AC9E}">
      <dgm:prSet/>
      <dgm:spPr/>
      <dgm:t>
        <a:bodyPr/>
        <a:lstStyle/>
        <a:p>
          <a:endParaRPr lang="en-US"/>
        </a:p>
      </dgm:t>
    </dgm:pt>
    <dgm:pt modelId="{5146A212-13A8-4B75-9661-2F93524D77E8}" type="sibTrans" cxnId="{5FECF18A-3432-4630-AAA0-7F1F60C7AC9E}">
      <dgm:prSet/>
      <dgm:spPr/>
      <dgm:t>
        <a:bodyPr/>
        <a:lstStyle/>
        <a:p>
          <a:endParaRPr lang="en-US"/>
        </a:p>
      </dgm:t>
    </dgm:pt>
    <dgm:pt modelId="{9EDF7712-ACC7-4DD6-9A65-2EE0C2E3D70D}">
      <dgm:prSet phldrT="[Text]"/>
      <dgm:spPr/>
      <dgm:t>
        <a:bodyPr/>
        <a:lstStyle/>
        <a:p>
          <a:r>
            <a:rPr lang="en-US" dirty="0"/>
            <a:t>Report3</a:t>
          </a:r>
        </a:p>
        <a:p>
          <a:r>
            <a:rPr lang="en-US" dirty="0"/>
            <a:t>-Dataset1</a:t>
          </a:r>
        </a:p>
      </dgm:t>
    </dgm:pt>
    <dgm:pt modelId="{545AA117-9AA5-4C46-B450-FCAFD562CDAA}" type="parTrans" cxnId="{574D10C7-A1DD-4A49-84FA-A78459394131}">
      <dgm:prSet/>
      <dgm:spPr/>
      <dgm:t>
        <a:bodyPr/>
        <a:lstStyle/>
        <a:p>
          <a:endParaRPr lang="en-US"/>
        </a:p>
      </dgm:t>
    </dgm:pt>
    <dgm:pt modelId="{95AF53F8-91F2-40B2-BBE6-A996F771701F}" type="sibTrans" cxnId="{574D10C7-A1DD-4A49-84FA-A78459394131}">
      <dgm:prSet/>
      <dgm:spPr/>
      <dgm:t>
        <a:bodyPr/>
        <a:lstStyle/>
        <a:p>
          <a:endParaRPr lang="en-US"/>
        </a:p>
      </dgm:t>
    </dgm:pt>
    <dgm:pt modelId="{8B541039-E47D-4327-80CD-0D5FE406CCEC}">
      <dgm:prSet phldrT="[Text]"/>
      <dgm:spPr/>
      <dgm:t>
        <a:bodyPr/>
        <a:lstStyle/>
        <a:p>
          <a:r>
            <a:rPr lang="en-US" dirty="0"/>
            <a:t>Page1</a:t>
          </a:r>
        </a:p>
      </dgm:t>
    </dgm:pt>
    <dgm:pt modelId="{568B6205-F341-435A-8335-2C0662C59F8D}" type="parTrans" cxnId="{BF59B965-482D-454D-B172-2660F0646140}">
      <dgm:prSet/>
      <dgm:spPr/>
      <dgm:t>
        <a:bodyPr/>
        <a:lstStyle/>
        <a:p>
          <a:endParaRPr lang="en-US"/>
        </a:p>
      </dgm:t>
    </dgm:pt>
    <dgm:pt modelId="{EADBEA03-37C9-423B-A21F-6DAE7D5E47F8}" type="sibTrans" cxnId="{BF59B965-482D-454D-B172-2660F0646140}">
      <dgm:prSet/>
      <dgm:spPr/>
      <dgm:t>
        <a:bodyPr/>
        <a:lstStyle/>
        <a:p>
          <a:endParaRPr lang="en-US"/>
        </a:p>
      </dgm:t>
    </dgm:pt>
    <dgm:pt modelId="{D4C2961D-F3FB-4572-981B-510C394D0DD4}">
      <dgm:prSet phldrT="[Text]"/>
      <dgm:spPr/>
      <dgm:t>
        <a:bodyPr/>
        <a:lstStyle/>
        <a:p>
          <a:r>
            <a:rPr lang="en-US" dirty="0"/>
            <a:t>Page2</a:t>
          </a:r>
        </a:p>
      </dgm:t>
    </dgm:pt>
    <dgm:pt modelId="{C16C977D-80A0-4F69-A448-E76F8FD9F036}" type="parTrans" cxnId="{10C99907-D347-4BF6-B08A-E64DA1365D9D}">
      <dgm:prSet/>
      <dgm:spPr/>
      <dgm:t>
        <a:bodyPr/>
        <a:lstStyle/>
        <a:p>
          <a:endParaRPr lang="en-US"/>
        </a:p>
      </dgm:t>
    </dgm:pt>
    <dgm:pt modelId="{A28AEC79-BBB5-4732-B8C3-7D79640A274F}" type="sibTrans" cxnId="{10C99907-D347-4BF6-B08A-E64DA1365D9D}">
      <dgm:prSet/>
      <dgm:spPr/>
      <dgm:t>
        <a:bodyPr/>
        <a:lstStyle/>
        <a:p>
          <a:endParaRPr lang="en-US"/>
        </a:p>
      </dgm:t>
    </dgm:pt>
    <dgm:pt modelId="{37C29264-6C1D-4FE7-B0FB-7D7B702B8F68}">
      <dgm:prSet phldrT="[Text]"/>
      <dgm:spPr/>
      <dgm:t>
        <a:bodyPr/>
        <a:lstStyle/>
        <a:p>
          <a:r>
            <a:rPr lang="en-US" dirty="0"/>
            <a:t>Viz1</a:t>
          </a:r>
        </a:p>
      </dgm:t>
    </dgm:pt>
    <dgm:pt modelId="{36AF0E8B-FBCE-44A5-B6C1-D024EC69E8F7}" type="parTrans" cxnId="{F31E6D0A-057D-4E76-8691-CEE8E9C8A0ED}">
      <dgm:prSet/>
      <dgm:spPr/>
      <dgm:t>
        <a:bodyPr/>
        <a:lstStyle/>
        <a:p>
          <a:endParaRPr lang="en-US"/>
        </a:p>
      </dgm:t>
    </dgm:pt>
    <dgm:pt modelId="{3FA5CCBA-7FFA-491F-A108-7111D2D2864F}" type="sibTrans" cxnId="{F31E6D0A-057D-4E76-8691-CEE8E9C8A0ED}">
      <dgm:prSet/>
      <dgm:spPr/>
      <dgm:t>
        <a:bodyPr/>
        <a:lstStyle/>
        <a:p>
          <a:endParaRPr lang="en-US"/>
        </a:p>
      </dgm:t>
    </dgm:pt>
    <dgm:pt modelId="{D8FBD155-6E5B-412F-86AB-4BE7A845BCDD}">
      <dgm:prSet phldrT="[Text]"/>
      <dgm:spPr/>
      <dgm:t>
        <a:bodyPr/>
        <a:lstStyle/>
        <a:p>
          <a:r>
            <a:rPr lang="en-US" dirty="0"/>
            <a:t>Viz2</a:t>
          </a:r>
        </a:p>
      </dgm:t>
    </dgm:pt>
    <dgm:pt modelId="{BCB242F9-8DF5-4208-8F3C-C185F76B6D70}" type="parTrans" cxnId="{D46DB10C-EA9E-4643-916E-A213149B3FDA}">
      <dgm:prSet/>
      <dgm:spPr/>
      <dgm:t>
        <a:bodyPr/>
        <a:lstStyle/>
        <a:p>
          <a:endParaRPr lang="en-US"/>
        </a:p>
      </dgm:t>
    </dgm:pt>
    <dgm:pt modelId="{12E2C9D4-6D59-49C1-B870-DBDC7EB35FED}" type="sibTrans" cxnId="{D46DB10C-EA9E-4643-916E-A213149B3FDA}">
      <dgm:prSet/>
      <dgm:spPr/>
      <dgm:t>
        <a:bodyPr/>
        <a:lstStyle/>
        <a:p>
          <a:endParaRPr lang="en-US"/>
        </a:p>
      </dgm:t>
    </dgm:pt>
    <dgm:pt modelId="{2B9E9B62-C1B3-419D-A98D-A3F458A902E8}">
      <dgm:prSet phldrT="[Text]"/>
      <dgm:spPr/>
      <dgm:t>
        <a:bodyPr/>
        <a:lstStyle/>
        <a:p>
          <a:r>
            <a:rPr lang="en-US" dirty="0"/>
            <a:t>Page1</a:t>
          </a:r>
        </a:p>
      </dgm:t>
    </dgm:pt>
    <dgm:pt modelId="{C3ED6695-85C7-4479-91BF-47A6A20A24D9}" type="parTrans" cxnId="{52C4CEBD-0D05-47AF-82B5-FE9BD6919E89}">
      <dgm:prSet/>
      <dgm:spPr/>
      <dgm:t>
        <a:bodyPr/>
        <a:lstStyle/>
        <a:p>
          <a:endParaRPr lang="en-US"/>
        </a:p>
      </dgm:t>
    </dgm:pt>
    <dgm:pt modelId="{9434279A-3ABD-49A2-A878-35EAB8D6D8D0}" type="sibTrans" cxnId="{52C4CEBD-0D05-47AF-82B5-FE9BD6919E89}">
      <dgm:prSet/>
      <dgm:spPr/>
      <dgm:t>
        <a:bodyPr/>
        <a:lstStyle/>
        <a:p>
          <a:endParaRPr lang="en-US"/>
        </a:p>
      </dgm:t>
    </dgm:pt>
    <dgm:pt modelId="{DC27C3E2-BABB-448F-8309-3F1DFD280BC7}">
      <dgm:prSet phldrT="[Text]"/>
      <dgm:spPr/>
      <dgm:t>
        <a:bodyPr/>
        <a:lstStyle/>
        <a:p>
          <a:r>
            <a:rPr lang="en-US" dirty="0"/>
            <a:t>Viz1</a:t>
          </a:r>
        </a:p>
      </dgm:t>
    </dgm:pt>
    <dgm:pt modelId="{F07BB57D-E12C-433F-8490-30713B95E47B}" type="parTrans" cxnId="{4D6013C4-75D8-4EC3-A473-AE97348375B8}">
      <dgm:prSet/>
      <dgm:spPr/>
      <dgm:t>
        <a:bodyPr/>
        <a:lstStyle/>
        <a:p>
          <a:endParaRPr lang="en-US"/>
        </a:p>
      </dgm:t>
    </dgm:pt>
    <dgm:pt modelId="{1338C218-EC9D-46B5-8CBA-AF6201F9D990}" type="sibTrans" cxnId="{4D6013C4-75D8-4EC3-A473-AE97348375B8}">
      <dgm:prSet/>
      <dgm:spPr/>
      <dgm:t>
        <a:bodyPr/>
        <a:lstStyle/>
        <a:p>
          <a:endParaRPr lang="en-US"/>
        </a:p>
      </dgm:t>
    </dgm:pt>
    <dgm:pt modelId="{0B40D9B0-75B5-425A-AE1C-C1E87957CBC0}" type="pres">
      <dgm:prSet presAssocID="{DB2DBCCD-5600-4697-A102-82A908089400}" presName="hierChild1" presStyleCnt="0">
        <dgm:presLayoutVars>
          <dgm:chPref val="1"/>
          <dgm:dir/>
          <dgm:animOne val="branch"/>
          <dgm:animLvl val="lvl"/>
          <dgm:resizeHandles/>
        </dgm:presLayoutVars>
      </dgm:prSet>
      <dgm:spPr/>
    </dgm:pt>
    <dgm:pt modelId="{4BF26EA5-6EB7-4EA5-85B3-4D83962E3AFC}" type="pres">
      <dgm:prSet presAssocID="{82F467A8-5F1C-4F64-8CEB-373B2F1E5529}" presName="hierRoot1" presStyleCnt="0"/>
      <dgm:spPr/>
    </dgm:pt>
    <dgm:pt modelId="{93DE932D-C33B-4EB8-B8C7-C08E623430D2}" type="pres">
      <dgm:prSet presAssocID="{82F467A8-5F1C-4F64-8CEB-373B2F1E5529}" presName="composite" presStyleCnt="0"/>
      <dgm:spPr/>
    </dgm:pt>
    <dgm:pt modelId="{BCF75A02-E501-4D71-9BF5-333B821AD077}" type="pres">
      <dgm:prSet presAssocID="{82F467A8-5F1C-4F64-8CEB-373B2F1E5529}" presName="background" presStyleLbl="node0" presStyleIdx="0" presStyleCnt="1"/>
      <dgm:spPr/>
    </dgm:pt>
    <dgm:pt modelId="{8F42B2F9-7785-4AB7-AE31-468BA02BBC5E}" type="pres">
      <dgm:prSet presAssocID="{82F467A8-5F1C-4F64-8CEB-373B2F1E5529}" presName="text" presStyleLbl="fgAcc0" presStyleIdx="0" presStyleCnt="1">
        <dgm:presLayoutVars>
          <dgm:chPref val="3"/>
        </dgm:presLayoutVars>
      </dgm:prSet>
      <dgm:spPr/>
    </dgm:pt>
    <dgm:pt modelId="{E5E0F6DC-BAA2-4FA7-AFF4-50182B8813EE}" type="pres">
      <dgm:prSet presAssocID="{82F467A8-5F1C-4F64-8CEB-373B2F1E5529}" presName="hierChild2" presStyleCnt="0"/>
      <dgm:spPr/>
    </dgm:pt>
    <dgm:pt modelId="{4D5144FD-C18E-4B1F-8B50-A2105C1A1C62}" type="pres">
      <dgm:prSet presAssocID="{1ABB30D1-CF3E-4B76-B319-41C6758A4600}" presName="Name10" presStyleLbl="parChTrans1D2" presStyleIdx="0" presStyleCnt="2"/>
      <dgm:spPr/>
    </dgm:pt>
    <dgm:pt modelId="{766E02AE-999B-4F8A-B185-82E5E4EDF285}" type="pres">
      <dgm:prSet presAssocID="{CB2DCA7E-6F71-4B17-B6A4-324A36584423}" presName="hierRoot2" presStyleCnt="0"/>
      <dgm:spPr/>
    </dgm:pt>
    <dgm:pt modelId="{C37B4185-E328-4B94-9793-7A89470C6333}" type="pres">
      <dgm:prSet presAssocID="{CB2DCA7E-6F71-4B17-B6A4-324A36584423}" presName="composite2" presStyleCnt="0"/>
      <dgm:spPr/>
    </dgm:pt>
    <dgm:pt modelId="{8EA4B3ED-374F-48E1-B641-C10138F12560}" type="pres">
      <dgm:prSet presAssocID="{CB2DCA7E-6F71-4B17-B6A4-324A36584423}" presName="background2" presStyleLbl="node2" presStyleIdx="0" presStyleCnt="2"/>
      <dgm:spPr/>
    </dgm:pt>
    <dgm:pt modelId="{4FBDA0A6-9733-496C-A67F-49A911FA1D09}" type="pres">
      <dgm:prSet presAssocID="{CB2DCA7E-6F71-4B17-B6A4-324A36584423}" presName="text2" presStyleLbl="fgAcc2" presStyleIdx="0" presStyleCnt="2">
        <dgm:presLayoutVars>
          <dgm:chPref val="3"/>
        </dgm:presLayoutVars>
      </dgm:prSet>
      <dgm:spPr/>
    </dgm:pt>
    <dgm:pt modelId="{153DD79E-9969-4DAD-A74E-D90FA0B70206}" type="pres">
      <dgm:prSet presAssocID="{CB2DCA7E-6F71-4B17-B6A4-324A36584423}" presName="hierChild3" presStyleCnt="0"/>
      <dgm:spPr/>
    </dgm:pt>
    <dgm:pt modelId="{65C9FF4C-DF18-4F3A-BEDB-15D93F6635FE}" type="pres">
      <dgm:prSet presAssocID="{6861314D-A86D-43F0-B3BC-209996B6FC5A}" presName="Name17" presStyleLbl="parChTrans1D3" presStyleIdx="0" presStyleCnt="3"/>
      <dgm:spPr/>
    </dgm:pt>
    <dgm:pt modelId="{7B3A0753-84B8-4A8F-9BA5-F1494CE58B4A}" type="pres">
      <dgm:prSet presAssocID="{2700FD98-6F32-4A74-9055-174C1DAD5975}" presName="hierRoot3" presStyleCnt="0"/>
      <dgm:spPr/>
    </dgm:pt>
    <dgm:pt modelId="{C4E02812-08F7-46E8-8031-AAB02E546050}" type="pres">
      <dgm:prSet presAssocID="{2700FD98-6F32-4A74-9055-174C1DAD5975}" presName="composite3" presStyleCnt="0"/>
      <dgm:spPr/>
    </dgm:pt>
    <dgm:pt modelId="{2E5BF739-59DD-4CC4-B2D3-8CF747A5666D}" type="pres">
      <dgm:prSet presAssocID="{2700FD98-6F32-4A74-9055-174C1DAD5975}" presName="background3" presStyleLbl="node3" presStyleIdx="0" presStyleCnt="3"/>
      <dgm:spPr/>
    </dgm:pt>
    <dgm:pt modelId="{09F3BFE6-4475-45B4-8BA3-4F81A71AADE7}" type="pres">
      <dgm:prSet presAssocID="{2700FD98-6F32-4A74-9055-174C1DAD5975}" presName="text3" presStyleLbl="fgAcc3" presStyleIdx="0" presStyleCnt="3">
        <dgm:presLayoutVars>
          <dgm:chPref val="3"/>
        </dgm:presLayoutVars>
      </dgm:prSet>
      <dgm:spPr/>
    </dgm:pt>
    <dgm:pt modelId="{486FE739-B64F-4D70-B7FD-C58172DD2918}" type="pres">
      <dgm:prSet presAssocID="{2700FD98-6F32-4A74-9055-174C1DAD5975}" presName="hierChild4" presStyleCnt="0"/>
      <dgm:spPr/>
    </dgm:pt>
    <dgm:pt modelId="{115BA5EF-0B14-4FC8-95F6-8E19F39955B3}" type="pres">
      <dgm:prSet presAssocID="{568B6205-F341-435A-8335-2C0662C59F8D}" presName="Name23" presStyleLbl="parChTrans1D4" presStyleIdx="0" presStyleCnt="6"/>
      <dgm:spPr/>
    </dgm:pt>
    <dgm:pt modelId="{AC54ADEB-9962-43B2-80D5-718B1C1AEAF7}" type="pres">
      <dgm:prSet presAssocID="{8B541039-E47D-4327-80CD-0D5FE406CCEC}" presName="hierRoot4" presStyleCnt="0"/>
      <dgm:spPr/>
    </dgm:pt>
    <dgm:pt modelId="{86B916D4-EF1F-4599-A5C9-C51E509E3C46}" type="pres">
      <dgm:prSet presAssocID="{8B541039-E47D-4327-80CD-0D5FE406CCEC}" presName="composite4" presStyleCnt="0"/>
      <dgm:spPr/>
    </dgm:pt>
    <dgm:pt modelId="{141C44DA-B219-4500-8959-825F293B1181}" type="pres">
      <dgm:prSet presAssocID="{8B541039-E47D-4327-80CD-0D5FE406CCEC}" presName="background4" presStyleLbl="node4" presStyleIdx="0" presStyleCnt="6"/>
      <dgm:spPr/>
    </dgm:pt>
    <dgm:pt modelId="{3FCC71B7-C699-4C1B-A824-FFF77687081E}" type="pres">
      <dgm:prSet presAssocID="{8B541039-E47D-4327-80CD-0D5FE406CCEC}" presName="text4" presStyleLbl="fgAcc4" presStyleIdx="0" presStyleCnt="6">
        <dgm:presLayoutVars>
          <dgm:chPref val="3"/>
        </dgm:presLayoutVars>
      </dgm:prSet>
      <dgm:spPr/>
    </dgm:pt>
    <dgm:pt modelId="{21732FB4-B7F5-40AE-9282-30CA87F1C11D}" type="pres">
      <dgm:prSet presAssocID="{8B541039-E47D-4327-80CD-0D5FE406CCEC}" presName="hierChild5" presStyleCnt="0"/>
      <dgm:spPr/>
    </dgm:pt>
    <dgm:pt modelId="{C0FFEAB0-5BA1-495B-B45E-A5F092B7E5E2}" type="pres">
      <dgm:prSet presAssocID="{36AF0E8B-FBCE-44A5-B6C1-D024EC69E8F7}" presName="Name23" presStyleLbl="parChTrans1D4" presStyleIdx="1" presStyleCnt="6"/>
      <dgm:spPr/>
    </dgm:pt>
    <dgm:pt modelId="{B080975A-B5C3-49F7-9FC7-7C8E6F87ECB9}" type="pres">
      <dgm:prSet presAssocID="{37C29264-6C1D-4FE7-B0FB-7D7B702B8F68}" presName="hierRoot4" presStyleCnt="0"/>
      <dgm:spPr/>
    </dgm:pt>
    <dgm:pt modelId="{EDB0292D-77AB-45E7-A71F-0B3978997925}" type="pres">
      <dgm:prSet presAssocID="{37C29264-6C1D-4FE7-B0FB-7D7B702B8F68}" presName="composite4" presStyleCnt="0"/>
      <dgm:spPr/>
    </dgm:pt>
    <dgm:pt modelId="{963D0CB9-8B66-496B-86FB-972E80420B72}" type="pres">
      <dgm:prSet presAssocID="{37C29264-6C1D-4FE7-B0FB-7D7B702B8F68}" presName="background4" presStyleLbl="node4" presStyleIdx="1" presStyleCnt="6"/>
      <dgm:spPr/>
    </dgm:pt>
    <dgm:pt modelId="{4C73A59E-8387-48D4-BD27-F6B6DB8EB655}" type="pres">
      <dgm:prSet presAssocID="{37C29264-6C1D-4FE7-B0FB-7D7B702B8F68}" presName="text4" presStyleLbl="fgAcc4" presStyleIdx="1" presStyleCnt="6">
        <dgm:presLayoutVars>
          <dgm:chPref val="3"/>
        </dgm:presLayoutVars>
      </dgm:prSet>
      <dgm:spPr/>
    </dgm:pt>
    <dgm:pt modelId="{3AD8E71E-B373-4AB7-8634-7BC323E884DF}" type="pres">
      <dgm:prSet presAssocID="{37C29264-6C1D-4FE7-B0FB-7D7B702B8F68}" presName="hierChild5" presStyleCnt="0"/>
      <dgm:spPr/>
    </dgm:pt>
    <dgm:pt modelId="{F9C92772-22B5-4B95-846E-C1C3782AEEB4}" type="pres">
      <dgm:prSet presAssocID="{BCB242F9-8DF5-4208-8F3C-C185F76B6D70}" presName="Name23" presStyleLbl="parChTrans1D4" presStyleIdx="2" presStyleCnt="6"/>
      <dgm:spPr/>
    </dgm:pt>
    <dgm:pt modelId="{B69C5879-CE98-43F0-B72C-08F69E5DC58D}" type="pres">
      <dgm:prSet presAssocID="{D8FBD155-6E5B-412F-86AB-4BE7A845BCDD}" presName="hierRoot4" presStyleCnt="0"/>
      <dgm:spPr/>
    </dgm:pt>
    <dgm:pt modelId="{7325FD91-A8F9-4289-8E82-2014A8E1284A}" type="pres">
      <dgm:prSet presAssocID="{D8FBD155-6E5B-412F-86AB-4BE7A845BCDD}" presName="composite4" presStyleCnt="0"/>
      <dgm:spPr/>
    </dgm:pt>
    <dgm:pt modelId="{5A28B37A-83CF-4C12-AB98-D9FA6AF0E8F3}" type="pres">
      <dgm:prSet presAssocID="{D8FBD155-6E5B-412F-86AB-4BE7A845BCDD}" presName="background4" presStyleLbl="node4" presStyleIdx="2" presStyleCnt="6"/>
      <dgm:spPr/>
    </dgm:pt>
    <dgm:pt modelId="{A3B96A45-019F-4BF8-BEA1-2AC7FF11AB2F}" type="pres">
      <dgm:prSet presAssocID="{D8FBD155-6E5B-412F-86AB-4BE7A845BCDD}" presName="text4" presStyleLbl="fgAcc4" presStyleIdx="2" presStyleCnt="6">
        <dgm:presLayoutVars>
          <dgm:chPref val="3"/>
        </dgm:presLayoutVars>
      </dgm:prSet>
      <dgm:spPr/>
    </dgm:pt>
    <dgm:pt modelId="{D377A133-970E-4523-98AB-83B80E91D791}" type="pres">
      <dgm:prSet presAssocID="{D8FBD155-6E5B-412F-86AB-4BE7A845BCDD}" presName="hierChild5" presStyleCnt="0"/>
      <dgm:spPr/>
    </dgm:pt>
    <dgm:pt modelId="{EE0C64CE-84F9-4721-BB20-ED1FE2F7DD34}" type="pres">
      <dgm:prSet presAssocID="{C16C977D-80A0-4F69-A448-E76F8FD9F036}" presName="Name23" presStyleLbl="parChTrans1D4" presStyleIdx="3" presStyleCnt="6"/>
      <dgm:spPr/>
    </dgm:pt>
    <dgm:pt modelId="{5B7E00AE-B9D0-4930-9F66-E6755E19532F}" type="pres">
      <dgm:prSet presAssocID="{D4C2961D-F3FB-4572-981B-510C394D0DD4}" presName="hierRoot4" presStyleCnt="0"/>
      <dgm:spPr/>
    </dgm:pt>
    <dgm:pt modelId="{DB027D2B-E59D-4920-873F-234AC89A0582}" type="pres">
      <dgm:prSet presAssocID="{D4C2961D-F3FB-4572-981B-510C394D0DD4}" presName="composite4" presStyleCnt="0"/>
      <dgm:spPr/>
    </dgm:pt>
    <dgm:pt modelId="{2A7AD226-7557-4735-B87C-AECF54FDCDEB}" type="pres">
      <dgm:prSet presAssocID="{D4C2961D-F3FB-4572-981B-510C394D0DD4}" presName="background4" presStyleLbl="node4" presStyleIdx="3" presStyleCnt="6"/>
      <dgm:spPr/>
    </dgm:pt>
    <dgm:pt modelId="{1EFFF31F-885E-42FF-A857-467C5A5A4A47}" type="pres">
      <dgm:prSet presAssocID="{D4C2961D-F3FB-4572-981B-510C394D0DD4}" presName="text4" presStyleLbl="fgAcc4" presStyleIdx="3" presStyleCnt="6">
        <dgm:presLayoutVars>
          <dgm:chPref val="3"/>
        </dgm:presLayoutVars>
      </dgm:prSet>
      <dgm:spPr/>
    </dgm:pt>
    <dgm:pt modelId="{A1113324-4D8B-4EB9-928F-02280401E72B}" type="pres">
      <dgm:prSet presAssocID="{D4C2961D-F3FB-4572-981B-510C394D0DD4}" presName="hierChild5" presStyleCnt="0"/>
      <dgm:spPr/>
    </dgm:pt>
    <dgm:pt modelId="{54F61782-3303-4093-868B-6A2721F0A97D}" type="pres">
      <dgm:prSet presAssocID="{2C26C5FA-D8C1-41D9-834E-242ED32D0EE5}" presName="Name17" presStyleLbl="parChTrans1D3" presStyleIdx="1" presStyleCnt="3"/>
      <dgm:spPr/>
    </dgm:pt>
    <dgm:pt modelId="{92E731EF-C86D-441A-9B16-517BF7C78F39}" type="pres">
      <dgm:prSet presAssocID="{2D538899-383B-4880-B88C-FC85860652FC}" presName="hierRoot3" presStyleCnt="0"/>
      <dgm:spPr/>
    </dgm:pt>
    <dgm:pt modelId="{AD302B50-0DA3-4276-920D-8DD44127CC8D}" type="pres">
      <dgm:prSet presAssocID="{2D538899-383B-4880-B88C-FC85860652FC}" presName="composite3" presStyleCnt="0"/>
      <dgm:spPr/>
    </dgm:pt>
    <dgm:pt modelId="{70372CB1-F6E1-461B-A43A-B1BB6468278C}" type="pres">
      <dgm:prSet presAssocID="{2D538899-383B-4880-B88C-FC85860652FC}" presName="background3" presStyleLbl="node3" presStyleIdx="1" presStyleCnt="3"/>
      <dgm:spPr/>
    </dgm:pt>
    <dgm:pt modelId="{E61DA06A-1484-4EB2-9767-89F45803FF9A}" type="pres">
      <dgm:prSet presAssocID="{2D538899-383B-4880-B88C-FC85860652FC}" presName="text3" presStyleLbl="fgAcc3" presStyleIdx="1" presStyleCnt="3">
        <dgm:presLayoutVars>
          <dgm:chPref val="3"/>
        </dgm:presLayoutVars>
      </dgm:prSet>
      <dgm:spPr/>
    </dgm:pt>
    <dgm:pt modelId="{CA20CF80-DB4B-4C9A-8901-E791D44CCAF9}" type="pres">
      <dgm:prSet presAssocID="{2D538899-383B-4880-B88C-FC85860652FC}" presName="hierChild4" presStyleCnt="0"/>
      <dgm:spPr/>
    </dgm:pt>
    <dgm:pt modelId="{25E64F4E-A130-4798-BC66-497F3C839255}" type="pres">
      <dgm:prSet presAssocID="{70073967-F705-4326-8810-D1586DC4C344}" presName="Name10" presStyleLbl="parChTrans1D2" presStyleIdx="1" presStyleCnt="2"/>
      <dgm:spPr/>
    </dgm:pt>
    <dgm:pt modelId="{FC73E320-7437-450B-BFAB-246CFF6401A4}" type="pres">
      <dgm:prSet presAssocID="{BFA84545-A6EC-43F9-B603-A46A90B5CEE6}" presName="hierRoot2" presStyleCnt="0"/>
      <dgm:spPr/>
    </dgm:pt>
    <dgm:pt modelId="{ED542655-50F9-413D-AB9E-D4D50054C6AF}" type="pres">
      <dgm:prSet presAssocID="{BFA84545-A6EC-43F9-B603-A46A90B5CEE6}" presName="composite2" presStyleCnt="0"/>
      <dgm:spPr/>
    </dgm:pt>
    <dgm:pt modelId="{DCA54E39-60BF-44DB-9060-AF94ACD90732}" type="pres">
      <dgm:prSet presAssocID="{BFA84545-A6EC-43F9-B603-A46A90B5CEE6}" presName="background2" presStyleLbl="node2" presStyleIdx="1" presStyleCnt="2"/>
      <dgm:spPr/>
    </dgm:pt>
    <dgm:pt modelId="{4B507295-8968-4BDB-A5D4-D7F7B0645D5B}" type="pres">
      <dgm:prSet presAssocID="{BFA84545-A6EC-43F9-B603-A46A90B5CEE6}" presName="text2" presStyleLbl="fgAcc2" presStyleIdx="1" presStyleCnt="2">
        <dgm:presLayoutVars>
          <dgm:chPref val="3"/>
        </dgm:presLayoutVars>
      </dgm:prSet>
      <dgm:spPr/>
    </dgm:pt>
    <dgm:pt modelId="{9C511790-6FCA-440A-9F61-689E44AFBB3D}" type="pres">
      <dgm:prSet presAssocID="{BFA84545-A6EC-43F9-B603-A46A90B5CEE6}" presName="hierChild3" presStyleCnt="0"/>
      <dgm:spPr/>
    </dgm:pt>
    <dgm:pt modelId="{9DF12650-3A72-4D1A-AA77-42BFFE433256}" type="pres">
      <dgm:prSet presAssocID="{545AA117-9AA5-4C46-B450-FCAFD562CDAA}" presName="Name17" presStyleLbl="parChTrans1D3" presStyleIdx="2" presStyleCnt="3"/>
      <dgm:spPr/>
    </dgm:pt>
    <dgm:pt modelId="{3EFCF9AC-67BA-4F33-862B-D0EC63F6E30B}" type="pres">
      <dgm:prSet presAssocID="{9EDF7712-ACC7-4DD6-9A65-2EE0C2E3D70D}" presName="hierRoot3" presStyleCnt="0"/>
      <dgm:spPr/>
    </dgm:pt>
    <dgm:pt modelId="{55FC0CA7-314B-4DE7-8203-3903FA0209AC}" type="pres">
      <dgm:prSet presAssocID="{9EDF7712-ACC7-4DD6-9A65-2EE0C2E3D70D}" presName="composite3" presStyleCnt="0"/>
      <dgm:spPr/>
    </dgm:pt>
    <dgm:pt modelId="{BABDCEC1-9CBE-48E0-8FC1-A6C9D4D9EF0A}" type="pres">
      <dgm:prSet presAssocID="{9EDF7712-ACC7-4DD6-9A65-2EE0C2E3D70D}" presName="background3" presStyleLbl="node3" presStyleIdx="2" presStyleCnt="3"/>
      <dgm:spPr/>
    </dgm:pt>
    <dgm:pt modelId="{27B50DA3-0BF6-4DEF-8006-539B3102E4B7}" type="pres">
      <dgm:prSet presAssocID="{9EDF7712-ACC7-4DD6-9A65-2EE0C2E3D70D}" presName="text3" presStyleLbl="fgAcc3" presStyleIdx="2" presStyleCnt="3">
        <dgm:presLayoutVars>
          <dgm:chPref val="3"/>
        </dgm:presLayoutVars>
      </dgm:prSet>
      <dgm:spPr/>
    </dgm:pt>
    <dgm:pt modelId="{7F413DE1-D39D-4EF1-BCA9-0A9B5FC4F4D5}" type="pres">
      <dgm:prSet presAssocID="{9EDF7712-ACC7-4DD6-9A65-2EE0C2E3D70D}" presName="hierChild4" presStyleCnt="0"/>
      <dgm:spPr/>
    </dgm:pt>
    <dgm:pt modelId="{85652E20-F1ED-4791-AB2C-876AC1C4E30A}" type="pres">
      <dgm:prSet presAssocID="{C3ED6695-85C7-4479-91BF-47A6A20A24D9}" presName="Name23" presStyleLbl="parChTrans1D4" presStyleIdx="4" presStyleCnt="6"/>
      <dgm:spPr/>
    </dgm:pt>
    <dgm:pt modelId="{65E30C4E-A807-4154-83DD-6195E8B97E92}" type="pres">
      <dgm:prSet presAssocID="{2B9E9B62-C1B3-419D-A98D-A3F458A902E8}" presName="hierRoot4" presStyleCnt="0"/>
      <dgm:spPr/>
    </dgm:pt>
    <dgm:pt modelId="{5C4F0748-A798-4B05-B212-70584A50DF3A}" type="pres">
      <dgm:prSet presAssocID="{2B9E9B62-C1B3-419D-A98D-A3F458A902E8}" presName="composite4" presStyleCnt="0"/>
      <dgm:spPr/>
    </dgm:pt>
    <dgm:pt modelId="{FAC81F20-850D-4504-A80D-F0BBFE4C17FF}" type="pres">
      <dgm:prSet presAssocID="{2B9E9B62-C1B3-419D-A98D-A3F458A902E8}" presName="background4" presStyleLbl="node4" presStyleIdx="4" presStyleCnt="6"/>
      <dgm:spPr/>
    </dgm:pt>
    <dgm:pt modelId="{7B3B5764-3ED5-417A-BD87-68991D1DB311}" type="pres">
      <dgm:prSet presAssocID="{2B9E9B62-C1B3-419D-A98D-A3F458A902E8}" presName="text4" presStyleLbl="fgAcc4" presStyleIdx="4" presStyleCnt="6">
        <dgm:presLayoutVars>
          <dgm:chPref val="3"/>
        </dgm:presLayoutVars>
      </dgm:prSet>
      <dgm:spPr/>
    </dgm:pt>
    <dgm:pt modelId="{25930CB8-9B91-442C-B1BF-0AC6BE491BAE}" type="pres">
      <dgm:prSet presAssocID="{2B9E9B62-C1B3-419D-A98D-A3F458A902E8}" presName="hierChild5" presStyleCnt="0"/>
      <dgm:spPr/>
    </dgm:pt>
    <dgm:pt modelId="{E6779DAF-F651-4DD3-B568-0B2E03FF9727}" type="pres">
      <dgm:prSet presAssocID="{F07BB57D-E12C-433F-8490-30713B95E47B}" presName="Name23" presStyleLbl="parChTrans1D4" presStyleIdx="5" presStyleCnt="6"/>
      <dgm:spPr/>
    </dgm:pt>
    <dgm:pt modelId="{C51D8ACD-8943-4DBB-B60C-4F37231871A0}" type="pres">
      <dgm:prSet presAssocID="{DC27C3E2-BABB-448F-8309-3F1DFD280BC7}" presName="hierRoot4" presStyleCnt="0"/>
      <dgm:spPr/>
    </dgm:pt>
    <dgm:pt modelId="{D8001149-38D1-48B9-A03B-B6279C62378A}" type="pres">
      <dgm:prSet presAssocID="{DC27C3E2-BABB-448F-8309-3F1DFD280BC7}" presName="composite4" presStyleCnt="0"/>
      <dgm:spPr/>
    </dgm:pt>
    <dgm:pt modelId="{1F87AE80-788D-43C5-9626-595DE48A85BB}" type="pres">
      <dgm:prSet presAssocID="{DC27C3E2-BABB-448F-8309-3F1DFD280BC7}" presName="background4" presStyleLbl="node4" presStyleIdx="5" presStyleCnt="6"/>
      <dgm:spPr/>
    </dgm:pt>
    <dgm:pt modelId="{74B0F27C-164E-4F6A-90E4-06EFD08E57D3}" type="pres">
      <dgm:prSet presAssocID="{DC27C3E2-BABB-448F-8309-3F1DFD280BC7}" presName="text4" presStyleLbl="fgAcc4" presStyleIdx="5" presStyleCnt="6">
        <dgm:presLayoutVars>
          <dgm:chPref val="3"/>
        </dgm:presLayoutVars>
      </dgm:prSet>
      <dgm:spPr/>
    </dgm:pt>
    <dgm:pt modelId="{1EBDF2F5-067B-4DD1-87F4-C4767B7C4A7A}" type="pres">
      <dgm:prSet presAssocID="{DC27C3E2-BABB-448F-8309-3F1DFD280BC7}" presName="hierChild5" presStyleCnt="0"/>
      <dgm:spPr/>
    </dgm:pt>
  </dgm:ptLst>
  <dgm:cxnLst>
    <dgm:cxn modelId="{AD138901-3F2E-4AA4-A133-A6D9678AF73F}" type="presOf" srcId="{568B6205-F341-435A-8335-2C0662C59F8D}" destId="{115BA5EF-0B14-4FC8-95F6-8E19F39955B3}" srcOrd="0" destOrd="0" presId="urn:microsoft.com/office/officeart/2005/8/layout/hierarchy1"/>
    <dgm:cxn modelId="{10C99907-D347-4BF6-B08A-E64DA1365D9D}" srcId="{2700FD98-6F32-4A74-9055-174C1DAD5975}" destId="{D4C2961D-F3FB-4572-981B-510C394D0DD4}" srcOrd="1" destOrd="0" parTransId="{C16C977D-80A0-4F69-A448-E76F8FD9F036}" sibTransId="{A28AEC79-BBB5-4732-B8C3-7D79640A274F}"/>
    <dgm:cxn modelId="{A6059008-15F8-4B89-8B6B-7B15B80BD4A0}" type="presOf" srcId="{2700FD98-6F32-4A74-9055-174C1DAD5975}" destId="{09F3BFE6-4475-45B4-8BA3-4F81A71AADE7}" srcOrd="0" destOrd="0" presId="urn:microsoft.com/office/officeart/2005/8/layout/hierarchy1"/>
    <dgm:cxn modelId="{679F5F0A-26C9-441E-9A4F-A895E7E039FE}" type="presOf" srcId="{9EDF7712-ACC7-4DD6-9A65-2EE0C2E3D70D}" destId="{27B50DA3-0BF6-4DEF-8006-539B3102E4B7}" srcOrd="0" destOrd="0" presId="urn:microsoft.com/office/officeart/2005/8/layout/hierarchy1"/>
    <dgm:cxn modelId="{F31E6D0A-057D-4E76-8691-CEE8E9C8A0ED}" srcId="{8B541039-E47D-4327-80CD-0D5FE406CCEC}" destId="{37C29264-6C1D-4FE7-B0FB-7D7B702B8F68}" srcOrd="0" destOrd="0" parTransId="{36AF0E8B-FBCE-44A5-B6C1-D024EC69E8F7}" sibTransId="{3FA5CCBA-7FFA-491F-A108-7111D2D2864F}"/>
    <dgm:cxn modelId="{D46DB10C-EA9E-4643-916E-A213149B3FDA}" srcId="{8B541039-E47D-4327-80CD-0D5FE406CCEC}" destId="{D8FBD155-6E5B-412F-86AB-4BE7A845BCDD}" srcOrd="1" destOrd="0" parTransId="{BCB242F9-8DF5-4208-8F3C-C185F76B6D70}" sibTransId="{12E2C9D4-6D59-49C1-B870-DBDC7EB35FED}"/>
    <dgm:cxn modelId="{A693EA12-357A-4DF2-8B6A-CB3740AE2515}" srcId="{CB2DCA7E-6F71-4B17-B6A4-324A36584423}" destId="{2700FD98-6F32-4A74-9055-174C1DAD5975}" srcOrd="0" destOrd="0" parTransId="{6861314D-A86D-43F0-B3BC-209996B6FC5A}" sibTransId="{49AED15E-707A-4E01-8417-15AD2B9417FD}"/>
    <dgm:cxn modelId="{9CC0D816-2877-414F-BCC1-870F4545E7ED}" type="presOf" srcId="{8B541039-E47D-4327-80CD-0D5FE406CCEC}" destId="{3FCC71B7-C699-4C1B-A824-FFF77687081E}" srcOrd="0" destOrd="0" presId="urn:microsoft.com/office/officeart/2005/8/layout/hierarchy1"/>
    <dgm:cxn modelId="{82082A21-B39A-43FE-A093-AC619F39C31A}" type="presOf" srcId="{2D538899-383B-4880-B88C-FC85860652FC}" destId="{E61DA06A-1484-4EB2-9767-89F45803FF9A}" srcOrd="0" destOrd="0" presId="urn:microsoft.com/office/officeart/2005/8/layout/hierarchy1"/>
    <dgm:cxn modelId="{302F9A33-18B7-42B0-B476-4077C108A5E5}" type="presOf" srcId="{D4C2961D-F3FB-4572-981B-510C394D0DD4}" destId="{1EFFF31F-885E-42FF-A857-467C5A5A4A47}" srcOrd="0" destOrd="0" presId="urn:microsoft.com/office/officeart/2005/8/layout/hierarchy1"/>
    <dgm:cxn modelId="{EDE64342-F315-4B97-897B-F64B3C11DEAC}" type="presOf" srcId="{C16C977D-80A0-4F69-A448-E76F8FD9F036}" destId="{EE0C64CE-84F9-4721-BB20-ED1FE2F7DD34}" srcOrd="0" destOrd="0" presId="urn:microsoft.com/office/officeart/2005/8/layout/hierarchy1"/>
    <dgm:cxn modelId="{BF59B965-482D-454D-B172-2660F0646140}" srcId="{2700FD98-6F32-4A74-9055-174C1DAD5975}" destId="{8B541039-E47D-4327-80CD-0D5FE406CCEC}" srcOrd="0" destOrd="0" parTransId="{568B6205-F341-435A-8335-2C0662C59F8D}" sibTransId="{EADBEA03-37C9-423B-A21F-6DAE7D5E47F8}"/>
    <dgm:cxn modelId="{CA0E146B-A653-4A2A-84E5-4F4ADEC4C39B}" srcId="{CB2DCA7E-6F71-4B17-B6A4-324A36584423}" destId="{2D538899-383B-4880-B88C-FC85860652FC}" srcOrd="1" destOrd="0" parTransId="{2C26C5FA-D8C1-41D9-834E-242ED32D0EE5}" sibTransId="{5CA86D0C-4FC8-4224-8C97-36AB50F8A78F}"/>
    <dgm:cxn modelId="{ABE6F172-402C-4E3A-85CA-D45538EFEDE4}" type="presOf" srcId="{36AF0E8B-FBCE-44A5-B6C1-D024EC69E8F7}" destId="{C0FFEAB0-5BA1-495B-B45E-A5F092B7E5E2}" srcOrd="0" destOrd="0" presId="urn:microsoft.com/office/officeart/2005/8/layout/hierarchy1"/>
    <dgm:cxn modelId="{C9EE8F55-31B9-486F-9138-C5C6D05F28E0}" type="presOf" srcId="{F07BB57D-E12C-433F-8490-30713B95E47B}" destId="{E6779DAF-F651-4DD3-B568-0B2E03FF9727}" srcOrd="0" destOrd="0" presId="urn:microsoft.com/office/officeart/2005/8/layout/hierarchy1"/>
    <dgm:cxn modelId="{B818A37D-9199-480F-9EF6-68BFDA3C8FB2}" type="presOf" srcId="{1ABB30D1-CF3E-4B76-B319-41C6758A4600}" destId="{4D5144FD-C18E-4B1F-8B50-A2105C1A1C62}" srcOrd="0" destOrd="0" presId="urn:microsoft.com/office/officeart/2005/8/layout/hierarchy1"/>
    <dgm:cxn modelId="{DD5FEC7E-21FD-435D-B067-DFCAADD8405B}" type="presOf" srcId="{2B9E9B62-C1B3-419D-A98D-A3F458A902E8}" destId="{7B3B5764-3ED5-417A-BD87-68991D1DB311}" srcOrd="0" destOrd="0" presId="urn:microsoft.com/office/officeart/2005/8/layout/hierarchy1"/>
    <dgm:cxn modelId="{D46CB081-C92F-4AB7-BDE3-0EE7340CB117}" type="presOf" srcId="{BCB242F9-8DF5-4208-8F3C-C185F76B6D70}" destId="{F9C92772-22B5-4B95-846E-C1C3782AEEB4}" srcOrd="0" destOrd="0" presId="urn:microsoft.com/office/officeart/2005/8/layout/hierarchy1"/>
    <dgm:cxn modelId="{CE764C84-C211-40AD-A611-3CA6837BDE74}" srcId="{DB2DBCCD-5600-4697-A102-82A908089400}" destId="{82F467A8-5F1C-4F64-8CEB-373B2F1E5529}" srcOrd="0" destOrd="0" parTransId="{054C9708-8EC3-4B95-8DC6-0D157B7295C4}" sibTransId="{917EC9E7-4C67-44CA-881D-D85EE91F42E0}"/>
    <dgm:cxn modelId="{5FECF18A-3432-4630-AAA0-7F1F60C7AC9E}" srcId="{82F467A8-5F1C-4F64-8CEB-373B2F1E5529}" destId="{BFA84545-A6EC-43F9-B603-A46A90B5CEE6}" srcOrd="1" destOrd="0" parTransId="{70073967-F705-4326-8810-D1586DC4C344}" sibTransId="{5146A212-13A8-4B75-9661-2F93524D77E8}"/>
    <dgm:cxn modelId="{C8526991-6229-4835-8B14-774A1D15315F}" type="presOf" srcId="{70073967-F705-4326-8810-D1586DC4C344}" destId="{25E64F4E-A130-4798-BC66-497F3C839255}" srcOrd="0" destOrd="0" presId="urn:microsoft.com/office/officeart/2005/8/layout/hierarchy1"/>
    <dgm:cxn modelId="{334BE591-9131-422E-8C2A-687F3C3190A6}" type="presOf" srcId="{DB2DBCCD-5600-4697-A102-82A908089400}" destId="{0B40D9B0-75B5-425A-AE1C-C1E87957CBC0}" srcOrd="0" destOrd="0" presId="urn:microsoft.com/office/officeart/2005/8/layout/hierarchy1"/>
    <dgm:cxn modelId="{7F62EB91-9E34-4014-883B-ED0DE86A33E6}" type="presOf" srcId="{6861314D-A86D-43F0-B3BC-209996B6FC5A}" destId="{65C9FF4C-DF18-4F3A-BEDB-15D93F6635FE}" srcOrd="0" destOrd="0" presId="urn:microsoft.com/office/officeart/2005/8/layout/hierarchy1"/>
    <dgm:cxn modelId="{FB82679B-4C88-4C4C-A12F-B04D9A09ABB0}" type="presOf" srcId="{545AA117-9AA5-4C46-B450-FCAFD562CDAA}" destId="{9DF12650-3A72-4D1A-AA77-42BFFE433256}" srcOrd="0" destOrd="0" presId="urn:microsoft.com/office/officeart/2005/8/layout/hierarchy1"/>
    <dgm:cxn modelId="{CBD4CA9D-7814-4143-A4D8-0ACA4217748F}" type="presOf" srcId="{BFA84545-A6EC-43F9-B603-A46A90B5CEE6}" destId="{4B507295-8968-4BDB-A5D4-D7F7B0645D5B}" srcOrd="0" destOrd="0" presId="urn:microsoft.com/office/officeart/2005/8/layout/hierarchy1"/>
    <dgm:cxn modelId="{AAF5DBAC-8028-41C3-BBBE-844178AD6B7B}" type="presOf" srcId="{D8FBD155-6E5B-412F-86AB-4BE7A845BCDD}" destId="{A3B96A45-019F-4BF8-BEA1-2AC7FF11AB2F}" srcOrd="0" destOrd="0" presId="urn:microsoft.com/office/officeart/2005/8/layout/hierarchy1"/>
    <dgm:cxn modelId="{BB3FCFB6-125D-4222-AA39-71766ED1684C}" type="presOf" srcId="{C3ED6695-85C7-4479-91BF-47A6A20A24D9}" destId="{85652E20-F1ED-4791-AB2C-876AC1C4E30A}" srcOrd="0" destOrd="0" presId="urn:microsoft.com/office/officeart/2005/8/layout/hierarchy1"/>
    <dgm:cxn modelId="{52C4CEBD-0D05-47AF-82B5-FE9BD6919E89}" srcId="{9EDF7712-ACC7-4DD6-9A65-2EE0C2E3D70D}" destId="{2B9E9B62-C1B3-419D-A98D-A3F458A902E8}" srcOrd="0" destOrd="0" parTransId="{C3ED6695-85C7-4479-91BF-47A6A20A24D9}" sibTransId="{9434279A-3ABD-49A2-A878-35EAB8D6D8D0}"/>
    <dgm:cxn modelId="{B9105EC3-DE12-4DDE-98BA-246AD1E0F760}" type="presOf" srcId="{2C26C5FA-D8C1-41D9-834E-242ED32D0EE5}" destId="{54F61782-3303-4093-868B-6A2721F0A97D}" srcOrd="0" destOrd="0" presId="urn:microsoft.com/office/officeart/2005/8/layout/hierarchy1"/>
    <dgm:cxn modelId="{F23BE7C3-B2B5-4803-9B25-E584A879AD68}" type="presOf" srcId="{37C29264-6C1D-4FE7-B0FB-7D7B702B8F68}" destId="{4C73A59E-8387-48D4-BD27-F6B6DB8EB655}" srcOrd="0" destOrd="0" presId="urn:microsoft.com/office/officeart/2005/8/layout/hierarchy1"/>
    <dgm:cxn modelId="{4D6013C4-75D8-4EC3-A473-AE97348375B8}" srcId="{2B9E9B62-C1B3-419D-A98D-A3F458A902E8}" destId="{DC27C3E2-BABB-448F-8309-3F1DFD280BC7}" srcOrd="0" destOrd="0" parTransId="{F07BB57D-E12C-433F-8490-30713B95E47B}" sibTransId="{1338C218-EC9D-46B5-8CBA-AF6201F9D990}"/>
    <dgm:cxn modelId="{574D10C7-A1DD-4A49-84FA-A78459394131}" srcId="{BFA84545-A6EC-43F9-B603-A46A90B5CEE6}" destId="{9EDF7712-ACC7-4DD6-9A65-2EE0C2E3D70D}" srcOrd="0" destOrd="0" parTransId="{545AA117-9AA5-4C46-B450-FCAFD562CDAA}" sibTransId="{95AF53F8-91F2-40B2-BBE6-A996F771701F}"/>
    <dgm:cxn modelId="{D48A12D5-B574-45E5-A051-9D2552706152}" type="presOf" srcId="{82F467A8-5F1C-4F64-8CEB-373B2F1E5529}" destId="{8F42B2F9-7785-4AB7-AE31-468BA02BBC5E}" srcOrd="0" destOrd="0" presId="urn:microsoft.com/office/officeart/2005/8/layout/hierarchy1"/>
    <dgm:cxn modelId="{E68D2DD6-DB40-4541-A576-433DFBC8F07D}" srcId="{82F467A8-5F1C-4F64-8CEB-373B2F1E5529}" destId="{CB2DCA7E-6F71-4B17-B6A4-324A36584423}" srcOrd="0" destOrd="0" parTransId="{1ABB30D1-CF3E-4B76-B319-41C6758A4600}" sibTransId="{976D318A-8A07-4867-A0A3-01A5ABE1A35A}"/>
    <dgm:cxn modelId="{50B2ADF3-8AAE-4723-88AA-146FEEE64F4F}" type="presOf" srcId="{DC27C3E2-BABB-448F-8309-3F1DFD280BC7}" destId="{74B0F27C-164E-4F6A-90E4-06EFD08E57D3}" srcOrd="0" destOrd="0" presId="urn:microsoft.com/office/officeart/2005/8/layout/hierarchy1"/>
    <dgm:cxn modelId="{D42FC5F8-02C7-4703-A191-B3BD3BE22888}" type="presOf" srcId="{CB2DCA7E-6F71-4B17-B6A4-324A36584423}" destId="{4FBDA0A6-9733-496C-A67F-49A911FA1D09}" srcOrd="0" destOrd="0" presId="urn:microsoft.com/office/officeart/2005/8/layout/hierarchy1"/>
    <dgm:cxn modelId="{0F63EE20-FD76-4151-8569-DF5D07344FF9}" type="presParOf" srcId="{0B40D9B0-75B5-425A-AE1C-C1E87957CBC0}" destId="{4BF26EA5-6EB7-4EA5-85B3-4D83962E3AFC}" srcOrd="0" destOrd="0" presId="urn:microsoft.com/office/officeart/2005/8/layout/hierarchy1"/>
    <dgm:cxn modelId="{D5F9DD56-C543-49AA-AFFA-D43A59C7D360}" type="presParOf" srcId="{4BF26EA5-6EB7-4EA5-85B3-4D83962E3AFC}" destId="{93DE932D-C33B-4EB8-B8C7-C08E623430D2}" srcOrd="0" destOrd="0" presId="urn:microsoft.com/office/officeart/2005/8/layout/hierarchy1"/>
    <dgm:cxn modelId="{BC784F67-A9EB-49AC-82A0-13B24CBFE388}" type="presParOf" srcId="{93DE932D-C33B-4EB8-B8C7-C08E623430D2}" destId="{BCF75A02-E501-4D71-9BF5-333B821AD077}" srcOrd="0" destOrd="0" presId="urn:microsoft.com/office/officeart/2005/8/layout/hierarchy1"/>
    <dgm:cxn modelId="{664951F3-243E-4337-849F-E97375AA7301}" type="presParOf" srcId="{93DE932D-C33B-4EB8-B8C7-C08E623430D2}" destId="{8F42B2F9-7785-4AB7-AE31-468BA02BBC5E}" srcOrd="1" destOrd="0" presId="urn:microsoft.com/office/officeart/2005/8/layout/hierarchy1"/>
    <dgm:cxn modelId="{C7D104B0-FBBD-4113-B046-E9BDE6F69F1D}" type="presParOf" srcId="{4BF26EA5-6EB7-4EA5-85B3-4D83962E3AFC}" destId="{E5E0F6DC-BAA2-4FA7-AFF4-50182B8813EE}" srcOrd="1" destOrd="0" presId="urn:microsoft.com/office/officeart/2005/8/layout/hierarchy1"/>
    <dgm:cxn modelId="{872F66D4-5DC1-42A7-9EAB-DE1869EDF0EA}" type="presParOf" srcId="{E5E0F6DC-BAA2-4FA7-AFF4-50182B8813EE}" destId="{4D5144FD-C18E-4B1F-8B50-A2105C1A1C62}" srcOrd="0" destOrd="0" presId="urn:microsoft.com/office/officeart/2005/8/layout/hierarchy1"/>
    <dgm:cxn modelId="{118B560B-C087-4CDD-8074-BC3D919107C8}" type="presParOf" srcId="{E5E0F6DC-BAA2-4FA7-AFF4-50182B8813EE}" destId="{766E02AE-999B-4F8A-B185-82E5E4EDF285}" srcOrd="1" destOrd="0" presId="urn:microsoft.com/office/officeart/2005/8/layout/hierarchy1"/>
    <dgm:cxn modelId="{6F611057-4B2D-45F1-A269-247B5152A8A0}" type="presParOf" srcId="{766E02AE-999B-4F8A-B185-82E5E4EDF285}" destId="{C37B4185-E328-4B94-9793-7A89470C6333}" srcOrd="0" destOrd="0" presId="urn:microsoft.com/office/officeart/2005/8/layout/hierarchy1"/>
    <dgm:cxn modelId="{148F0845-906D-4EC2-AD61-C517A9CBF0A2}" type="presParOf" srcId="{C37B4185-E328-4B94-9793-7A89470C6333}" destId="{8EA4B3ED-374F-48E1-B641-C10138F12560}" srcOrd="0" destOrd="0" presId="urn:microsoft.com/office/officeart/2005/8/layout/hierarchy1"/>
    <dgm:cxn modelId="{503F055D-E5AD-4DE9-93EA-025808AED630}" type="presParOf" srcId="{C37B4185-E328-4B94-9793-7A89470C6333}" destId="{4FBDA0A6-9733-496C-A67F-49A911FA1D09}" srcOrd="1" destOrd="0" presId="urn:microsoft.com/office/officeart/2005/8/layout/hierarchy1"/>
    <dgm:cxn modelId="{0935B3E9-7BEF-4DFE-AE23-BFC00AFF69F8}" type="presParOf" srcId="{766E02AE-999B-4F8A-B185-82E5E4EDF285}" destId="{153DD79E-9969-4DAD-A74E-D90FA0B70206}" srcOrd="1" destOrd="0" presId="urn:microsoft.com/office/officeart/2005/8/layout/hierarchy1"/>
    <dgm:cxn modelId="{A4597375-ECD0-4B2F-B958-DCCB9F438D1E}" type="presParOf" srcId="{153DD79E-9969-4DAD-A74E-D90FA0B70206}" destId="{65C9FF4C-DF18-4F3A-BEDB-15D93F6635FE}" srcOrd="0" destOrd="0" presId="urn:microsoft.com/office/officeart/2005/8/layout/hierarchy1"/>
    <dgm:cxn modelId="{92A5FDE1-6B92-4A9E-9F3F-27753966B3DE}" type="presParOf" srcId="{153DD79E-9969-4DAD-A74E-D90FA0B70206}" destId="{7B3A0753-84B8-4A8F-9BA5-F1494CE58B4A}" srcOrd="1" destOrd="0" presId="urn:microsoft.com/office/officeart/2005/8/layout/hierarchy1"/>
    <dgm:cxn modelId="{7FDFA977-0852-4242-8538-D680A975B1E5}" type="presParOf" srcId="{7B3A0753-84B8-4A8F-9BA5-F1494CE58B4A}" destId="{C4E02812-08F7-46E8-8031-AAB02E546050}" srcOrd="0" destOrd="0" presId="urn:microsoft.com/office/officeart/2005/8/layout/hierarchy1"/>
    <dgm:cxn modelId="{5D5866A9-A08E-46BD-822D-0388983FD8B5}" type="presParOf" srcId="{C4E02812-08F7-46E8-8031-AAB02E546050}" destId="{2E5BF739-59DD-4CC4-B2D3-8CF747A5666D}" srcOrd="0" destOrd="0" presId="urn:microsoft.com/office/officeart/2005/8/layout/hierarchy1"/>
    <dgm:cxn modelId="{68C2333F-83D6-43FD-A182-3BA678BF1CC2}" type="presParOf" srcId="{C4E02812-08F7-46E8-8031-AAB02E546050}" destId="{09F3BFE6-4475-45B4-8BA3-4F81A71AADE7}" srcOrd="1" destOrd="0" presId="urn:microsoft.com/office/officeart/2005/8/layout/hierarchy1"/>
    <dgm:cxn modelId="{C5085764-C469-4A1F-A574-62459CBD834D}" type="presParOf" srcId="{7B3A0753-84B8-4A8F-9BA5-F1494CE58B4A}" destId="{486FE739-B64F-4D70-B7FD-C58172DD2918}" srcOrd="1" destOrd="0" presId="urn:microsoft.com/office/officeart/2005/8/layout/hierarchy1"/>
    <dgm:cxn modelId="{1324C4CC-126F-482E-B6B9-FCDA8D52C16E}" type="presParOf" srcId="{486FE739-B64F-4D70-B7FD-C58172DD2918}" destId="{115BA5EF-0B14-4FC8-95F6-8E19F39955B3}" srcOrd="0" destOrd="0" presId="urn:microsoft.com/office/officeart/2005/8/layout/hierarchy1"/>
    <dgm:cxn modelId="{7A02F17B-5891-4D21-976E-49F2048B263D}" type="presParOf" srcId="{486FE739-B64F-4D70-B7FD-C58172DD2918}" destId="{AC54ADEB-9962-43B2-80D5-718B1C1AEAF7}" srcOrd="1" destOrd="0" presId="urn:microsoft.com/office/officeart/2005/8/layout/hierarchy1"/>
    <dgm:cxn modelId="{89F77405-B2C6-4361-86AA-3A9718D7E00F}" type="presParOf" srcId="{AC54ADEB-9962-43B2-80D5-718B1C1AEAF7}" destId="{86B916D4-EF1F-4599-A5C9-C51E509E3C46}" srcOrd="0" destOrd="0" presId="urn:microsoft.com/office/officeart/2005/8/layout/hierarchy1"/>
    <dgm:cxn modelId="{94B46904-78C6-4E64-BA0D-D7C6C6918062}" type="presParOf" srcId="{86B916D4-EF1F-4599-A5C9-C51E509E3C46}" destId="{141C44DA-B219-4500-8959-825F293B1181}" srcOrd="0" destOrd="0" presId="urn:microsoft.com/office/officeart/2005/8/layout/hierarchy1"/>
    <dgm:cxn modelId="{D5E8A8E0-E347-49E2-AE05-C345C9D54DAC}" type="presParOf" srcId="{86B916D4-EF1F-4599-A5C9-C51E509E3C46}" destId="{3FCC71B7-C699-4C1B-A824-FFF77687081E}" srcOrd="1" destOrd="0" presId="urn:microsoft.com/office/officeart/2005/8/layout/hierarchy1"/>
    <dgm:cxn modelId="{141262E9-023D-4FC5-8119-4105FAFE3E71}" type="presParOf" srcId="{AC54ADEB-9962-43B2-80D5-718B1C1AEAF7}" destId="{21732FB4-B7F5-40AE-9282-30CA87F1C11D}" srcOrd="1" destOrd="0" presId="urn:microsoft.com/office/officeart/2005/8/layout/hierarchy1"/>
    <dgm:cxn modelId="{5208AF0F-8908-4921-B581-826FC10108B0}" type="presParOf" srcId="{21732FB4-B7F5-40AE-9282-30CA87F1C11D}" destId="{C0FFEAB0-5BA1-495B-B45E-A5F092B7E5E2}" srcOrd="0" destOrd="0" presId="urn:microsoft.com/office/officeart/2005/8/layout/hierarchy1"/>
    <dgm:cxn modelId="{EDCB915D-7794-474D-912C-CB9DCFD29BE6}" type="presParOf" srcId="{21732FB4-B7F5-40AE-9282-30CA87F1C11D}" destId="{B080975A-B5C3-49F7-9FC7-7C8E6F87ECB9}" srcOrd="1" destOrd="0" presId="urn:microsoft.com/office/officeart/2005/8/layout/hierarchy1"/>
    <dgm:cxn modelId="{D3766F0C-5B39-43EA-B1DF-4F6E1C0A1518}" type="presParOf" srcId="{B080975A-B5C3-49F7-9FC7-7C8E6F87ECB9}" destId="{EDB0292D-77AB-45E7-A71F-0B3978997925}" srcOrd="0" destOrd="0" presId="urn:microsoft.com/office/officeart/2005/8/layout/hierarchy1"/>
    <dgm:cxn modelId="{4C5A1F46-3735-4035-9130-9A9D8FC6D627}" type="presParOf" srcId="{EDB0292D-77AB-45E7-A71F-0B3978997925}" destId="{963D0CB9-8B66-496B-86FB-972E80420B72}" srcOrd="0" destOrd="0" presId="urn:microsoft.com/office/officeart/2005/8/layout/hierarchy1"/>
    <dgm:cxn modelId="{48EC860C-365F-4860-9583-45B97E42580B}" type="presParOf" srcId="{EDB0292D-77AB-45E7-A71F-0B3978997925}" destId="{4C73A59E-8387-48D4-BD27-F6B6DB8EB655}" srcOrd="1" destOrd="0" presId="urn:microsoft.com/office/officeart/2005/8/layout/hierarchy1"/>
    <dgm:cxn modelId="{CF125C8C-378D-410F-A7CF-2E53CD4B48E4}" type="presParOf" srcId="{B080975A-B5C3-49F7-9FC7-7C8E6F87ECB9}" destId="{3AD8E71E-B373-4AB7-8634-7BC323E884DF}" srcOrd="1" destOrd="0" presId="urn:microsoft.com/office/officeart/2005/8/layout/hierarchy1"/>
    <dgm:cxn modelId="{FC908974-920D-4162-8A8A-034FC356E04A}" type="presParOf" srcId="{21732FB4-B7F5-40AE-9282-30CA87F1C11D}" destId="{F9C92772-22B5-4B95-846E-C1C3782AEEB4}" srcOrd="2" destOrd="0" presId="urn:microsoft.com/office/officeart/2005/8/layout/hierarchy1"/>
    <dgm:cxn modelId="{3888DFB5-1C98-4737-B166-BC102CE2BDF1}" type="presParOf" srcId="{21732FB4-B7F5-40AE-9282-30CA87F1C11D}" destId="{B69C5879-CE98-43F0-B72C-08F69E5DC58D}" srcOrd="3" destOrd="0" presId="urn:microsoft.com/office/officeart/2005/8/layout/hierarchy1"/>
    <dgm:cxn modelId="{2E802057-AF2F-44D2-8BF6-C23DFA3E2EEF}" type="presParOf" srcId="{B69C5879-CE98-43F0-B72C-08F69E5DC58D}" destId="{7325FD91-A8F9-4289-8E82-2014A8E1284A}" srcOrd="0" destOrd="0" presId="urn:microsoft.com/office/officeart/2005/8/layout/hierarchy1"/>
    <dgm:cxn modelId="{31CFCBA4-65B9-4DF5-8FB1-81544CDD1923}" type="presParOf" srcId="{7325FD91-A8F9-4289-8E82-2014A8E1284A}" destId="{5A28B37A-83CF-4C12-AB98-D9FA6AF0E8F3}" srcOrd="0" destOrd="0" presId="urn:microsoft.com/office/officeart/2005/8/layout/hierarchy1"/>
    <dgm:cxn modelId="{D5F29AAA-C2EB-46AE-A035-8EB252FFDF06}" type="presParOf" srcId="{7325FD91-A8F9-4289-8E82-2014A8E1284A}" destId="{A3B96A45-019F-4BF8-BEA1-2AC7FF11AB2F}" srcOrd="1" destOrd="0" presId="urn:microsoft.com/office/officeart/2005/8/layout/hierarchy1"/>
    <dgm:cxn modelId="{9A8FA551-C508-4764-8B03-E6A2C8CD40D9}" type="presParOf" srcId="{B69C5879-CE98-43F0-B72C-08F69E5DC58D}" destId="{D377A133-970E-4523-98AB-83B80E91D791}" srcOrd="1" destOrd="0" presId="urn:microsoft.com/office/officeart/2005/8/layout/hierarchy1"/>
    <dgm:cxn modelId="{8840B556-CE93-472D-88D2-56C408D0A9EF}" type="presParOf" srcId="{486FE739-B64F-4D70-B7FD-C58172DD2918}" destId="{EE0C64CE-84F9-4721-BB20-ED1FE2F7DD34}" srcOrd="2" destOrd="0" presId="urn:microsoft.com/office/officeart/2005/8/layout/hierarchy1"/>
    <dgm:cxn modelId="{57FBB51A-74E2-4BCD-8D05-80CA30C1ABFD}" type="presParOf" srcId="{486FE739-B64F-4D70-B7FD-C58172DD2918}" destId="{5B7E00AE-B9D0-4930-9F66-E6755E19532F}" srcOrd="3" destOrd="0" presId="urn:microsoft.com/office/officeart/2005/8/layout/hierarchy1"/>
    <dgm:cxn modelId="{9AF4CAED-DE68-442D-A004-4AD23463D626}" type="presParOf" srcId="{5B7E00AE-B9D0-4930-9F66-E6755E19532F}" destId="{DB027D2B-E59D-4920-873F-234AC89A0582}" srcOrd="0" destOrd="0" presId="urn:microsoft.com/office/officeart/2005/8/layout/hierarchy1"/>
    <dgm:cxn modelId="{DC7AEAB5-7C48-4574-B20E-AFE885A6CFE3}" type="presParOf" srcId="{DB027D2B-E59D-4920-873F-234AC89A0582}" destId="{2A7AD226-7557-4735-B87C-AECF54FDCDEB}" srcOrd="0" destOrd="0" presId="urn:microsoft.com/office/officeart/2005/8/layout/hierarchy1"/>
    <dgm:cxn modelId="{003BDAE5-77CC-458C-A2E4-0522610EC38D}" type="presParOf" srcId="{DB027D2B-E59D-4920-873F-234AC89A0582}" destId="{1EFFF31F-885E-42FF-A857-467C5A5A4A47}" srcOrd="1" destOrd="0" presId="urn:microsoft.com/office/officeart/2005/8/layout/hierarchy1"/>
    <dgm:cxn modelId="{DB90771E-D247-4C52-BFCC-B858B55BC838}" type="presParOf" srcId="{5B7E00AE-B9D0-4930-9F66-E6755E19532F}" destId="{A1113324-4D8B-4EB9-928F-02280401E72B}" srcOrd="1" destOrd="0" presId="urn:microsoft.com/office/officeart/2005/8/layout/hierarchy1"/>
    <dgm:cxn modelId="{5AD551D3-F85C-4187-8846-BF24159F6141}" type="presParOf" srcId="{153DD79E-9969-4DAD-A74E-D90FA0B70206}" destId="{54F61782-3303-4093-868B-6A2721F0A97D}" srcOrd="2" destOrd="0" presId="urn:microsoft.com/office/officeart/2005/8/layout/hierarchy1"/>
    <dgm:cxn modelId="{61A40D59-250F-4CA7-A5DF-75B69D6A53E1}" type="presParOf" srcId="{153DD79E-9969-4DAD-A74E-D90FA0B70206}" destId="{92E731EF-C86D-441A-9B16-517BF7C78F39}" srcOrd="3" destOrd="0" presId="urn:microsoft.com/office/officeart/2005/8/layout/hierarchy1"/>
    <dgm:cxn modelId="{1E5A145A-C0C3-4987-AC1B-7079A41A7AD5}" type="presParOf" srcId="{92E731EF-C86D-441A-9B16-517BF7C78F39}" destId="{AD302B50-0DA3-4276-920D-8DD44127CC8D}" srcOrd="0" destOrd="0" presId="urn:microsoft.com/office/officeart/2005/8/layout/hierarchy1"/>
    <dgm:cxn modelId="{DAEE81A3-4243-48DF-84D1-E4275CBEDECC}" type="presParOf" srcId="{AD302B50-0DA3-4276-920D-8DD44127CC8D}" destId="{70372CB1-F6E1-461B-A43A-B1BB6468278C}" srcOrd="0" destOrd="0" presId="urn:microsoft.com/office/officeart/2005/8/layout/hierarchy1"/>
    <dgm:cxn modelId="{B1167685-E088-487F-ADDE-A5EA6235FD63}" type="presParOf" srcId="{AD302B50-0DA3-4276-920D-8DD44127CC8D}" destId="{E61DA06A-1484-4EB2-9767-89F45803FF9A}" srcOrd="1" destOrd="0" presId="urn:microsoft.com/office/officeart/2005/8/layout/hierarchy1"/>
    <dgm:cxn modelId="{D2AEB1B8-298F-463F-BD8E-85A8CDF3F71F}" type="presParOf" srcId="{92E731EF-C86D-441A-9B16-517BF7C78F39}" destId="{CA20CF80-DB4B-4C9A-8901-E791D44CCAF9}" srcOrd="1" destOrd="0" presId="urn:microsoft.com/office/officeart/2005/8/layout/hierarchy1"/>
    <dgm:cxn modelId="{0637BBE9-0E40-48ED-BD2C-9510D9581F44}" type="presParOf" srcId="{E5E0F6DC-BAA2-4FA7-AFF4-50182B8813EE}" destId="{25E64F4E-A130-4798-BC66-497F3C839255}" srcOrd="2" destOrd="0" presId="urn:microsoft.com/office/officeart/2005/8/layout/hierarchy1"/>
    <dgm:cxn modelId="{9E8FBA96-2C71-4E93-80D4-596112A269A1}" type="presParOf" srcId="{E5E0F6DC-BAA2-4FA7-AFF4-50182B8813EE}" destId="{FC73E320-7437-450B-BFAB-246CFF6401A4}" srcOrd="3" destOrd="0" presId="urn:microsoft.com/office/officeart/2005/8/layout/hierarchy1"/>
    <dgm:cxn modelId="{01585E38-AA11-4997-BAB7-9E92E8EDB42C}" type="presParOf" srcId="{FC73E320-7437-450B-BFAB-246CFF6401A4}" destId="{ED542655-50F9-413D-AB9E-D4D50054C6AF}" srcOrd="0" destOrd="0" presId="urn:microsoft.com/office/officeart/2005/8/layout/hierarchy1"/>
    <dgm:cxn modelId="{057414AA-19F0-4BC7-B35B-46F6EF67EE4E}" type="presParOf" srcId="{ED542655-50F9-413D-AB9E-D4D50054C6AF}" destId="{DCA54E39-60BF-44DB-9060-AF94ACD90732}" srcOrd="0" destOrd="0" presId="urn:microsoft.com/office/officeart/2005/8/layout/hierarchy1"/>
    <dgm:cxn modelId="{46A67FFF-9CB9-44E8-95EF-9207FC40CB49}" type="presParOf" srcId="{ED542655-50F9-413D-AB9E-D4D50054C6AF}" destId="{4B507295-8968-4BDB-A5D4-D7F7B0645D5B}" srcOrd="1" destOrd="0" presId="urn:microsoft.com/office/officeart/2005/8/layout/hierarchy1"/>
    <dgm:cxn modelId="{D3A2633A-5172-48AD-970A-88A06DACBEE4}" type="presParOf" srcId="{FC73E320-7437-450B-BFAB-246CFF6401A4}" destId="{9C511790-6FCA-440A-9F61-689E44AFBB3D}" srcOrd="1" destOrd="0" presId="urn:microsoft.com/office/officeart/2005/8/layout/hierarchy1"/>
    <dgm:cxn modelId="{57208582-5E00-4207-AFB6-9A750009B105}" type="presParOf" srcId="{9C511790-6FCA-440A-9F61-689E44AFBB3D}" destId="{9DF12650-3A72-4D1A-AA77-42BFFE433256}" srcOrd="0" destOrd="0" presId="urn:microsoft.com/office/officeart/2005/8/layout/hierarchy1"/>
    <dgm:cxn modelId="{EEDAC374-19EC-4591-B062-C10F96DF7633}" type="presParOf" srcId="{9C511790-6FCA-440A-9F61-689E44AFBB3D}" destId="{3EFCF9AC-67BA-4F33-862B-D0EC63F6E30B}" srcOrd="1" destOrd="0" presId="urn:microsoft.com/office/officeart/2005/8/layout/hierarchy1"/>
    <dgm:cxn modelId="{9BF84EA2-DD04-4165-A6B0-F72A2DCA0C65}" type="presParOf" srcId="{3EFCF9AC-67BA-4F33-862B-D0EC63F6E30B}" destId="{55FC0CA7-314B-4DE7-8203-3903FA0209AC}" srcOrd="0" destOrd="0" presId="urn:microsoft.com/office/officeart/2005/8/layout/hierarchy1"/>
    <dgm:cxn modelId="{019816DB-206C-4827-82F8-94AF055B6A4E}" type="presParOf" srcId="{55FC0CA7-314B-4DE7-8203-3903FA0209AC}" destId="{BABDCEC1-9CBE-48E0-8FC1-A6C9D4D9EF0A}" srcOrd="0" destOrd="0" presId="urn:microsoft.com/office/officeart/2005/8/layout/hierarchy1"/>
    <dgm:cxn modelId="{D4B455BD-AA1A-410F-B658-DEE94AB02C0C}" type="presParOf" srcId="{55FC0CA7-314B-4DE7-8203-3903FA0209AC}" destId="{27B50DA3-0BF6-4DEF-8006-539B3102E4B7}" srcOrd="1" destOrd="0" presId="urn:microsoft.com/office/officeart/2005/8/layout/hierarchy1"/>
    <dgm:cxn modelId="{ACC943AE-5E0A-4D4A-BA9B-9B1744F1D3F4}" type="presParOf" srcId="{3EFCF9AC-67BA-4F33-862B-D0EC63F6E30B}" destId="{7F413DE1-D39D-4EF1-BCA9-0A9B5FC4F4D5}" srcOrd="1" destOrd="0" presId="urn:microsoft.com/office/officeart/2005/8/layout/hierarchy1"/>
    <dgm:cxn modelId="{46B41F98-64D4-4FD4-800F-974EEFBBD228}" type="presParOf" srcId="{7F413DE1-D39D-4EF1-BCA9-0A9B5FC4F4D5}" destId="{85652E20-F1ED-4791-AB2C-876AC1C4E30A}" srcOrd="0" destOrd="0" presId="urn:microsoft.com/office/officeart/2005/8/layout/hierarchy1"/>
    <dgm:cxn modelId="{AD772030-206D-4A4E-A21C-2FD47D05D9DF}" type="presParOf" srcId="{7F413DE1-D39D-4EF1-BCA9-0A9B5FC4F4D5}" destId="{65E30C4E-A807-4154-83DD-6195E8B97E92}" srcOrd="1" destOrd="0" presId="urn:microsoft.com/office/officeart/2005/8/layout/hierarchy1"/>
    <dgm:cxn modelId="{94D180FE-6F1F-4E86-8883-B0F47454B889}" type="presParOf" srcId="{65E30C4E-A807-4154-83DD-6195E8B97E92}" destId="{5C4F0748-A798-4B05-B212-70584A50DF3A}" srcOrd="0" destOrd="0" presId="urn:microsoft.com/office/officeart/2005/8/layout/hierarchy1"/>
    <dgm:cxn modelId="{981ED3A2-7BDB-4D34-B2D2-3E0F2A13B8FC}" type="presParOf" srcId="{5C4F0748-A798-4B05-B212-70584A50DF3A}" destId="{FAC81F20-850D-4504-A80D-F0BBFE4C17FF}" srcOrd="0" destOrd="0" presId="urn:microsoft.com/office/officeart/2005/8/layout/hierarchy1"/>
    <dgm:cxn modelId="{17F5C7DC-1DB4-4EE9-A9A1-6FB76D94E06F}" type="presParOf" srcId="{5C4F0748-A798-4B05-B212-70584A50DF3A}" destId="{7B3B5764-3ED5-417A-BD87-68991D1DB311}" srcOrd="1" destOrd="0" presId="urn:microsoft.com/office/officeart/2005/8/layout/hierarchy1"/>
    <dgm:cxn modelId="{80148B50-ABB4-4DA9-B000-1D9E82285312}" type="presParOf" srcId="{65E30C4E-A807-4154-83DD-6195E8B97E92}" destId="{25930CB8-9B91-442C-B1BF-0AC6BE491BAE}" srcOrd="1" destOrd="0" presId="urn:microsoft.com/office/officeart/2005/8/layout/hierarchy1"/>
    <dgm:cxn modelId="{8E4655CF-55BE-476E-93A0-2D7EC3DB4574}" type="presParOf" srcId="{25930CB8-9B91-442C-B1BF-0AC6BE491BAE}" destId="{E6779DAF-F651-4DD3-B568-0B2E03FF9727}" srcOrd="0" destOrd="0" presId="urn:microsoft.com/office/officeart/2005/8/layout/hierarchy1"/>
    <dgm:cxn modelId="{1F8A6045-0B6F-4C0F-B9D9-6F359B1C2F1D}" type="presParOf" srcId="{25930CB8-9B91-442C-B1BF-0AC6BE491BAE}" destId="{C51D8ACD-8943-4DBB-B60C-4F37231871A0}" srcOrd="1" destOrd="0" presId="urn:microsoft.com/office/officeart/2005/8/layout/hierarchy1"/>
    <dgm:cxn modelId="{56476B1E-4549-4271-8AF5-EDE4189E7445}" type="presParOf" srcId="{C51D8ACD-8943-4DBB-B60C-4F37231871A0}" destId="{D8001149-38D1-48B9-A03B-B6279C62378A}" srcOrd="0" destOrd="0" presId="urn:microsoft.com/office/officeart/2005/8/layout/hierarchy1"/>
    <dgm:cxn modelId="{EA35CB14-7FAD-4527-91A5-E2790FB50AB4}" type="presParOf" srcId="{D8001149-38D1-48B9-A03B-B6279C62378A}" destId="{1F87AE80-788D-43C5-9626-595DE48A85BB}" srcOrd="0" destOrd="0" presId="urn:microsoft.com/office/officeart/2005/8/layout/hierarchy1"/>
    <dgm:cxn modelId="{A5F637FB-5950-402D-A41D-16F437996036}" type="presParOf" srcId="{D8001149-38D1-48B9-A03B-B6279C62378A}" destId="{74B0F27C-164E-4F6A-90E4-06EFD08E57D3}" srcOrd="1" destOrd="0" presId="urn:microsoft.com/office/officeart/2005/8/layout/hierarchy1"/>
    <dgm:cxn modelId="{B12FB498-4BB1-47FD-A990-9BC6C47E3A23}" type="presParOf" srcId="{C51D8ACD-8943-4DBB-B60C-4F37231871A0}" destId="{1EBDF2F5-067B-4DD1-87F4-C4767B7C4A7A}"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779DAF-F651-4DD3-B568-0B2E03FF9727}">
      <dsp:nvSpPr>
        <dsp:cNvPr id="0" name=""/>
        <dsp:cNvSpPr/>
      </dsp:nvSpPr>
      <dsp:spPr>
        <a:xfrm>
          <a:off x="2519320" y="2189777"/>
          <a:ext cx="91440" cy="178979"/>
        </a:xfrm>
        <a:custGeom>
          <a:avLst/>
          <a:gdLst/>
          <a:ahLst/>
          <a:cxnLst/>
          <a:rect l="0" t="0" r="0" b="0"/>
          <a:pathLst>
            <a:path>
              <a:moveTo>
                <a:pt x="45720" y="0"/>
              </a:moveTo>
              <a:lnTo>
                <a:pt x="45720"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652E20-F1ED-4791-AB2C-876AC1C4E30A}">
      <dsp:nvSpPr>
        <dsp:cNvPr id="0" name=""/>
        <dsp:cNvSpPr/>
      </dsp:nvSpPr>
      <dsp:spPr>
        <a:xfrm>
          <a:off x="2519320" y="1620016"/>
          <a:ext cx="91440" cy="178979"/>
        </a:xfrm>
        <a:custGeom>
          <a:avLst/>
          <a:gdLst/>
          <a:ahLst/>
          <a:cxnLst/>
          <a:rect l="0" t="0" r="0" b="0"/>
          <a:pathLst>
            <a:path>
              <a:moveTo>
                <a:pt x="45720" y="0"/>
              </a:moveTo>
              <a:lnTo>
                <a:pt x="45720"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F12650-3A72-4D1A-AA77-42BFFE433256}">
      <dsp:nvSpPr>
        <dsp:cNvPr id="0" name=""/>
        <dsp:cNvSpPr/>
      </dsp:nvSpPr>
      <dsp:spPr>
        <a:xfrm>
          <a:off x="2519320" y="1050256"/>
          <a:ext cx="91440" cy="178979"/>
        </a:xfrm>
        <a:custGeom>
          <a:avLst/>
          <a:gdLst/>
          <a:ahLst/>
          <a:cxnLst/>
          <a:rect l="0" t="0" r="0" b="0"/>
          <a:pathLst>
            <a:path>
              <a:moveTo>
                <a:pt x="45720" y="0"/>
              </a:moveTo>
              <a:lnTo>
                <a:pt x="45720"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E64F4E-A130-4798-BC66-497F3C839255}">
      <dsp:nvSpPr>
        <dsp:cNvPr id="0" name=""/>
        <dsp:cNvSpPr/>
      </dsp:nvSpPr>
      <dsp:spPr>
        <a:xfrm>
          <a:off x="2000921" y="480495"/>
          <a:ext cx="564119" cy="178979"/>
        </a:xfrm>
        <a:custGeom>
          <a:avLst/>
          <a:gdLst/>
          <a:ahLst/>
          <a:cxnLst/>
          <a:rect l="0" t="0" r="0" b="0"/>
          <a:pathLst>
            <a:path>
              <a:moveTo>
                <a:pt x="0" y="0"/>
              </a:moveTo>
              <a:lnTo>
                <a:pt x="0" y="121969"/>
              </a:lnTo>
              <a:lnTo>
                <a:pt x="564119" y="121969"/>
              </a:lnTo>
              <a:lnTo>
                <a:pt x="564119" y="1789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F61782-3303-4093-868B-6A2721F0A97D}">
      <dsp:nvSpPr>
        <dsp:cNvPr id="0" name=""/>
        <dsp:cNvSpPr/>
      </dsp:nvSpPr>
      <dsp:spPr>
        <a:xfrm>
          <a:off x="1436801" y="1050256"/>
          <a:ext cx="376079" cy="178979"/>
        </a:xfrm>
        <a:custGeom>
          <a:avLst/>
          <a:gdLst/>
          <a:ahLst/>
          <a:cxnLst/>
          <a:rect l="0" t="0" r="0" b="0"/>
          <a:pathLst>
            <a:path>
              <a:moveTo>
                <a:pt x="0" y="0"/>
              </a:moveTo>
              <a:lnTo>
                <a:pt x="0" y="121969"/>
              </a:lnTo>
              <a:lnTo>
                <a:pt x="376079" y="121969"/>
              </a:lnTo>
              <a:lnTo>
                <a:pt x="376079"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0C64CE-84F9-4721-BB20-ED1FE2F7DD34}">
      <dsp:nvSpPr>
        <dsp:cNvPr id="0" name=""/>
        <dsp:cNvSpPr/>
      </dsp:nvSpPr>
      <dsp:spPr>
        <a:xfrm>
          <a:off x="1060722" y="1620016"/>
          <a:ext cx="376079" cy="178979"/>
        </a:xfrm>
        <a:custGeom>
          <a:avLst/>
          <a:gdLst/>
          <a:ahLst/>
          <a:cxnLst/>
          <a:rect l="0" t="0" r="0" b="0"/>
          <a:pathLst>
            <a:path>
              <a:moveTo>
                <a:pt x="0" y="0"/>
              </a:moveTo>
              <a:lnTo>
                <a:pt x="0" y="121969"/>
              </a:lnTo>
              <a:lnTo>
                <a:pt x="376079" y="121969"/>
              </a:lnTo>
              <a:lnTo>
                <a:pt x="376079"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C92772-22B5-4B95-846E-C1C3782AEEB4}">
      <dsp:nvSpPr>
        <dsp:cNvPr id="0" name=""/>
        <dsp:cNvSpPr/>
      </dsp:nvSpPr>
      <dsp:spPr>
        <a:xfrm>
          <a:off x="684642" y="2189777"/>
          <a:ext cx="376079" cy="178979"/>
        </a:xfrm>
        <a:custGeom>
          <a:avLst/>
          <a:gdLst/>
          <a:ahLst/>
          <a:cxnLst/>
          <a:rect l="0" t="0" r="0" b="0"/>
          <a:pathLst>
            <a:path>
              <a:moveTo>
                <a:pt x="0" y="0"/>
              </a:moveTo>
              <a:lnTo>
                <a:pt x="0" y="121969"/>
              </a:lnTo>
              <a:lnTo>
                <a:pt x="376079" y="121969"/>
              </a:lnTo>
              <a:lnTo>
                <a:pt x="376079"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FFEAB0-5BA1-495B-B45E-A5F092B7E5E2}">
      <dsp:nvSpPr>
        <dsp:cNvPr id="0" name=""/>
        <dsp:cNvSpPr/>
      </dsp:nvSpPr>
      <dsp:spPr>
        <a:xfrm>
          <a:off x="308563" y="2189777"/>
          <a:ext cx="376079" cy="178979"/>
        </a:xfrm>
        <a:custGeom>
          <a:avLst/>
          <a:gdLst/>
          <a:ahLst/>
          <a:cxnLst/>
          <a:rect l="0" t="0" r="0" b="0"/>
          <a:pathLst>
            <a:path>
              <a:moveTo>
                <a:pt x="376079" y="0"/>
              </a:moveTo>
              <a:lnTo>
                <a:pt x="376079" y="121969"/>
              </a:lnTo>
              <a:lnTo>
                <a:pt x="0" y="121969"/>
              </a:lnTo>
              <a:lnTo>
                <a:pt x="0"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BA5EF-0B14-4FC8-95F6-8E19F39955B3}">
      <dsp:nvSpPr>
        <dsp:cNvPr id="0" name=""/>
        <dsp:cNvSpPr/>
      </dsp:nvSpPr>
      <dsp:spPr>
        <a:xfrm>
          <a:off x="684642" y="1620016"/>
          <a:ext cx="376079" cy="178979"/>
        </a:xfrm>
        <a:custGeom>
          <a:avLst/>
          <a:gdLst/>
          <a:ahLst/>
          <a:cxnLst/>
          <a:rect l="0" t="0" r="0" b="0"/>
          <a:pathLst>
            <a:path>
              <a:moveTo>
                <a:pt x="376079" y="0"/>
              </a:moveTo>
              <a:lnTo>
                <a:pt x="376079" y="121969"/>
              </a:lnTo>
              <a:lnTo>
                <a:pt x="0" y="121969"/>
              </a:lnTo>
              <a:lnTo>
                <a:pt x="0"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C9FF4C-DF18-4F3A-BEDB-15D93F6635FE}">
      <dsp:nvSpPr>
        <dsp:cNvPr id="0" name=""/>
        <dsp:cNvSpPr/>
      </dsp:nvSpPr>
      <dsp:spPr>
        <a:xfrm>
          <a:off x="1060722" y="1050256"/>
          <a:ext cx="376079" cy="178979"/>
        </a:xfrm>
        <a:custGeom>
          <a:avLst/>
          <a:gdLst/>
          <a:ahLst/>
          <a:cxnLst/>
          <a:rect l="0" t="0" r="0" b="0"/>
          <a:pathLst>
            <a:path>
              <a:moveTo>
                <a:pt x="376079" y="0"/>
              </a:moveTo>
              <a:lnTo>
                <a:pt x="376079" y="121969"/>
              </a:lnTo>
              <a:lnTo>
                <a:pt x="0" y="121969"/>
              </a:lnTo>
              <a:lnTo>
                <a:pt x="0" y="1789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5144FD-C18E-4B1F-8B50-A2105C1A1C62}">
      <dsp:nvSpPr>
        <dsp:cNvPr id="0" name=""/>
        <dsp:cNvSpPr/>
      </dsp:nvSpPr>
      <dsp:spPr>
        <a:xfrm>
          <a:off x="1436801" y="480495"/>
          <a:ext cx="564119" cy="178979"/>
        </a:xfrm>
        <a:custGeom>
          <a:avLst/>
          <a:gdLst/>
          <a:ahLst/>
          <a:cxnLst/>
          <a:rect l="0" t="0" r="0" b="0"/>
          <a:pathLst>
            <a:path>
              <a:moveTo>
                <a:pt x="564119" y="0"/>
              </a:moveTo>
              <a:lnTo>
                <a:pt x="564119" y="121969"/>
              </a:lnTo>
              <a:lnTo>
                <a:pt x="0" y="121969"/>
              </a:lnTo>
              <a:lnTo>
                <a:pt x="0" y="1789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75A02-E501-4D71-9BF5-333B821AD077}">
      <dsp:nvSpPr>
        <dsp:cNvPr id="0" name=""/>
        <dsp:cNvSpPr/>
      </dsp:nvSpPr>
      <dsp:spPr>
        <a:xfrm>
          <a:off x="1693219" y="89714"/>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42B2F9-7785-4AB7-AE31-468BA02BBC5E}">
      <dsp:nvSpPr>
        <dsp:cNvPr id="0" name=""/>
        <dsp:cNvSpPr/>
      </dsp:nvSpPr>
      <dsp:spPr>
        <a:xfrm>
          <a:off x="1761597" y="154674"/>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Service</a:t>
          </a:r>
        </a:p>
      </dsp:txBody>
      <dsp:txXfrm>
        <a:off x="1773043" y="166120"/>
        <a:ext cx="592510" cy="367888"/>
      </dsp:txXfrm>
    </dsp:sp>
    <dsp:sp modelId="{8EA4B3ED-374F-48E1-B641-C10138F12560}">
      <dsp:nvSpPr>
        <dsp:cNvPr id="0" name=""/>
        <dsp:cNvSpPr/>
      </dsp:nvSpPr>
      <dsp:spPr>
        <a:xfrm>
          <a:off x="1129100" y="659475"/>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BDA0A6-9733-496C-A67F-49A911FA1D09}">
      <dsp:nvSpPr>
        <dsp:cNvPr id="0" name=""/>
        <dsp:cNvSpPr/>
      </dsp:nvSpPr>
      <dsp:spPr>
        <a:xfrm>
          <a:off x="1197478" y="724434"/>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Workspace1</a:t>
          </a:r>
        </a:p>
      </dsp:txBody>
      <dsp:txXfrm>
        <a:off x="1208924" y="735880"/>
        <a:ext cx="592510" cy="367888"/>
      </dsp:txXfrm>
    </dsp:sp>
    <dsp:sp modelId="{2E5BF739-59DD-4CC4-B2D3-8CF747A5666D}">
      <dsp:nvSpPr>
        <dsp:cNvPr id="0" name=""/>
        <dsp:cNvSpPr/>
      </dsp:nvSpPr>
      <dsp:spPr>
        <a:xfrm>
          <a:off x="753020" y="1229235"/>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F3BFE6-4475-45B4-8BA3-4F81A71AADE7}">
      <dsp:nvSpPr>
        <dsp:cNvPr id="0" name=""/>
        <dsp:cNvSpPr/>
      </dsp:nvSpPr>
      <dsp:spPr>
        <a:xfrm>
          <a:off x="821399" y="1294195"/>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Report1</a:t>
          </a:r>
        </a:p>
        <a:p>
          <a:pPr marL="0" lvl="0" indent="0" algn="ctr" defTabSz="311150">
            <a:lnSpc>
              <a:spcPct val="90000"/>
            </a:lnSpc>
            <a:spcBef>
              <a:spcPct val="0"/>
            </a:spcBef>
            <a:spcAft>
              <a:spcPct val="35000"/>
            </a:spcAft>
            <a:buNone/>
          </a:pPr>
          <a:r>
            <a:rPr lang="en-US" sz="700" kern="1200" dirty="0"/>
            <a:t>- Dataset1</a:t>
          </a:r>
        </a:p>
      </dsp:txBody>
      <dsp:txXfrm>
        <a:off x="832845" y="1305641"/>
        <a:ext cx="592510" cy="367888"/>
      </dsp:txXfrm>
    </dsp:sp>
    <dsp:sp modelId="{141C44DA-B219-4500-8959-825F293B1181}">
      <dsp:nvSpPr>
        <dsp:cNvPr id="0" name=""/>
        <dsp:cNvSpPr/>
      </dsp:nvSpPr>
      <dsp:spPr>
        <a:xfrm>
          <a:off x="376941" y="1798996"/>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CC71B7-C699-4C1B-A824-FFF77687081E}">
      <dsp:nvSpPr>
        <dsp:cNvPr id="0" name=""/>
        <dsp:cNvSpPr/>
      </dsp:nvSpPr>
      <dsp:spPr>
        <a:xfrm>
          <a:off x="445319" y="1863955"/>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Page1</a:t>
          </a:r>
        </a:p>
      </dsp:txBody>
      <dsp:txXfrm>
        <a:off x="456765" y="1875401"/>
        <a:ext cx="592510" cy="367888"/>
      </dsp:txXfrm>
    </dsp:sp>
    <dsp:sp modelId="{963D0CB9-8B66-496B-86FB-972E80420B72}">
      <dsp:nvSpPr>
        <dsp:cNvPr id="0" name=""/>
        <dsp:cNvSpPr/>
      </dsp:nvSpPr>
      <dsp:spPr>
        <a:xfrm>
          <a:off x="861" y="2368756"/>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73A59E-8387-48D4-BD27-F6B6DB8EB655}">
      <dsp:nvSpPr>
        <dsp:cNvPr id="0" name=""/>
        <dsp:cNvSpPr/>
      </dsp:nvSpPr>
      <dsp:spPr>
        <a:xfrm>
          <a:off x="69240" y="2433716"/>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Viz1</a:t>
          </a:r>
        </a:p>
      </dsp:txBody>
      <dsp:txXfrm>
        <a:off x="80686" y="2445162"/>
        <a:ext cx="592510" cy="367888"/>
      </dsp:txXfrm>
    </dsp:sp>
    <dsp:sp modelId="{5A28B37A-83CF-4C12-AB98-D9FA6AF0E8F3}">
      <dsp:nvSpPr>
        <dsp:cNvPr id="0" name=""/>
        <dsp:cNvSpPr/>
      </dsp:nvSpPr>
      <dsp:spPr>
        <a:xfrm>
          <a:off x="753020" y="2368756"/>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B96A45-019F-4BF8-BEA1-2AC7FF11AB2F}">
      <dsp:nvSpPr>
        <dsp:cNvPr id="0" name=""/>
        <dsp:cNvSpPr/>
      </dsp:nvSpPr>
      <dsp:spPr>
        <a:xfrm>
          <a:off x="821399" y="2433716"/>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Viz2</a:t>
          </a:r>
        </a:p>
      </dsp:txBody>
      <dsp:txXfrm>
        <a:off x="832845" y="2445162"/>
        <a:ext cx="592510" cy="367888"/>
      </dsp:txXfrm>
    </dsp:sp>
    <dsp:sp modelId="{2A7AD226-7557-4735-B87C-AECF54FDCDEB}">
      <dsp:nvSpPr>
        <dsp:cNvPr id="0" name=""/>
        <dsp:cNvSpPr/>
      </dsp:nvSpPr>
      <dsp:spPr>
        <a:xfrm>
          <a:off x="1129100" y="1798996"/>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FFF31F-885E-42FF-A857-467C5A5A4A47}">
      <dsp:nvSpPr>
        <dsp:cNvPr id="0" name=""/>
        <dsp:cNvSpPr/>
      </dsp:nvSpPr>
      <dsp:spPr>
        <a:xfrm>
          <a:off x="1197478" y="1863955"/>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Page2</a:t>
          </a:r>
        </a:p>
      </dsp:txBody>
      <dsp:txXfrm>
        <a:off x="1208924" y="1875401"/>
        <a:ext cx="592510" cy="367888"/>
      </dsp:txXfrm>
    </dsp:sp>
    <dsp:sp modelId="{70372CB1-F6E1-461B-A43A-B1BB6468278C}">
      <dsp:nvSpPr>
        <dsp:cNvPr id="0" name=""/>
        <dsp:cNvSpPr/>
      </dsp:nvSpPr>
      <dsp:spPr>
        <a:xfrm>
          <a:off x="1505180" y="1229235"/>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1DA06A-1484-4EB2-9767-89F45803FF9A}">
      <dsp:nvSpPr>
        <dsp:cNvPr id="0" name=""/>
        <dsp:cNvSpPr/>
      </dsp:nvSpPr>
      <dsp:spPr>
        <a:xfrm>
          <a:off x="1573558" y="1294195"/>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Report2</a:t>
          </a:r>
        </a:p>
        <a:p>
          <a:pPr marL="0" lvl="0" indent="0" algn="ctr" defTabSz="311150">
            <a:lnSpc>
              <a:spcPct val="90000"/>
            </a:lnSpc>
            <a:spcBef>
              <a:spcPct val="0"/>
            </a:spcBef>
            <a:spcAft>
              <a:spcPct val="35000"/>
            </a:spcAft>
            <a:buNone/>
          </a:pPr>
          <a:r>
            <a:rPr lang="en-US" sz="700" kern="1200" dirty="0"/>
            <a:t>-Dataset2</a:t>
          </a:r>
        </a:p>
      </dsp:txBody>
      <dsp:txXfrm>
        <a:off x="1585004" y="1305641"/>
        <a:ext cx="592510" cy="367888"/>
      </dsp:txXfrm>
    </dsp:sp>
    <dsp:sp modelId="{DCA54E39-60BF-44DB-9060-AF94ACD90732}">
      <dsp:nvSpPr>
        <dsp:cNvPr id="0" name=""/>
        <dsp:cNvSpPr/>
      </dsp:nvSpPr>
      <dsp:spPr>
        <a:xfrm>
          <a:off x="2257339" y="659475"/>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507295-8968-4BDB-A5D4-D7F7B0645D5B}">
      <dsp:nvSpPr>
        <dsp:cNvPr id="0" name=""/>
        <dsp:cNvSpPr/>
      </dsp:nvSpPr>
      <dsp:spPr>
        <a:xfrm>
          <a:off x="2325717" y="724434"/>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Workspace2</a:t>
          </a:r>
        </a:p>
      </dsp:txBody>
      <dsp:txXfrm>
        <a:off x="2337163" y="735880"/>
        <a:ext cx="592510" cy="367888"/>
      </dsp:txXfrm>
    </dsp:sp>
    <dsp:sp modelId="{BABDCEC1-9CBE-48E0-8FC1-A6C9D4D9EF0A}">
      <dsp:nvSpPr>
        <dsp:cNvPr id="0" name=""/>
        <dsp:cNvSpPr/>
      </dsp:nvSpPr>
      <dsp:spPr>
        <a:xfrm>
          <a:off x="2257339" y="1229235"/>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B50DA3-0BF6-4DEF-8006-539B3102E4B7}">
      <dsp:nvSpPr>
        <dsp:cNvPr id="0" name=""/>
        <dsp:cNvSpPr/>
      </dsp:nvSpPr>
      <dsp:spPr>
        <a:xfrm>
          <a:off x="2325717" y="1294195"/>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Report3</a:t>
          </a:r>
        </a:p>
        <a:p>
          <a:pPr marL="0" lvl="0" indent="0" algn="ctr" defTabSz="311150">
            <a:lnSpc>
              <a:spcPct val="90000"/>
            </a:lnSpc>
            <a:spcBef>
              <a:spcPct val="0"/>
            </a:spcBef>
            <a:spcAft>
              <a:spcPct val="35000"/>
            </a:spcAft>
            <a:buNone/>
          </a:pPr>
          <a:r>
            <a:rPr lang="en-US" sz="700" kern="1200" dirty="0"/>
            <a:t>-Dataset1</a:t>
          </a:r>
        </a:p>
      </dsp:txBody>
      <dsp:txXfrm>
        <a:off x="2337163" y="1305641"/>
        <a:ext cx="592510" cy="367888"/>
      </dsp:txXfrm>
    </dsp:sp>
    <dsp:sp modelId="{FAC81F20-850D-4504-A80D-F0BBFE4C17FF}">
      <dsp:nvSpPr>
        <dsp:cNvPr id="0" name=""/>
        <dsp:cNvSpPr/>
      </dsp:nvSpPr>
      <dsp:spPr>
        <a:xfrm>
          <a:off x="2257339" y="1798996"/>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3B5764-3ED5-417A-BD87-68991D1DB311}">
      <dsp:nvSpPr>
        <dsp:cNvPr id="0" name=""/>
        <dsp:cNvSpPr/>
      </dsp:nvSpPr>
      <dsp:spPr>
        <a:xfrm>
          <a:off x="2325717" y="1863955"/>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Page1</a:t>
          </a:r>
        </a:p>
      </dsp:txBody>
      <dsp:txXfrm>
        <a:off x="2337163" y="1875401"/>
        <a:ext cx="592510" cy="367888"/>
      </dsp:txXfrm>
    </dsp:sp>
    <dsp:sp modelId="{1F87AE80-788D-43C5-9626-595DE48A85BB}">
      <dsp:nvSpPr>
        <dsp:cNvPr id="0" name=""/>
        <dsp:cNvSpPr/>
      </dsp:nvSpPr>
      <dsp:spPr>
        <a:xfrm>
          <a:off x="2257339" y="2368756"/>
          <a:ext cx="615402" cy="390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B0F27C-164E-4F6A-90E4-06EFD08E57D3}">
      <dsp:nvSpPr>
        <dsp:cNvPr id="0" name=""/>
        <dsp:cNvSpPr/>
      </dsp:nvSpPr>
      <dsp:spPr>
        <a:xfrm>
          <a:off x="2325717" y="2433716"/>
          <a:ext cx="615402" cy="39078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dirty="0"/>
            <a:t>Viz1</a:t>
          </a:r>
        </a:p>
      </dsp:txBody>
      <dsp:txXfrm>
        <a:off x="2337163" y="2445162"/>
        <a:ext cx="592510" cy="36788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F02BC56-3A5F-4E9D-A076-9CA605ADB6D3}" type="datetimeFigureOut">
              <a:rPr lang="en-US" smtClean="0"/>
              <a:t>6/5/2023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32ED76B-FCC0-4D1E-AFC6-AB41FCD3F120}" type="slidenum">
              <a:rPr lang="en-US" smtClean="0"/>
              <a:t>‹#›</a:t>
            </a:fld>
            <a:endParaRPr lang="en-US"/>
          </a:p>
        </p:txBody>
      </p:sp>
    </p:spTree>
    <p:extLst>
      <p:ext uri="{BB962C8B-B14F-4D97-AF65-F5344CB8AC3E}">
        <p14:creationId xmlns:p14="http://schemas.microsoft.com/office/powerpoint/2010/main" val="4052538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2ED76B-FCC0-4D1E-AFC6-AB41FCD3F120}" type="slidenum">
              <a:rPr lang="en-US" smtClean="0"/>
              <a:t>1</a:t>
            </a:fld>
            <a:endParaRPr lang="en-US"/>
          </a:p>
        </p:txBody>
      </p:sp>
    </p:spTree>
    <p:extLst>
      <p:ext uri="{BB962C8B-B14F-4D97-AF65-F5344CB8AC3E}">
        <p14:creationId xmlns:p14="http://schemas.microsoft.com/office/powerpoint/2010/main" val="42643143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D2FCB-D0CC-47FD-9E61-4642CE512BD9}"/>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094DBEED-704F-4684-AD81-9A33A6BBC809}"/>
              </a:ext>
            </a:extLst>
          </p:cNvPr>
          <p:cNvSpPr>
            <a:spLocks noGrp="1"/>
          </p:cNvSpPr>
          <p:nvPr>
            <p:ph type="subTitle" idx="1"/>
          </p:nvPr>
        </p:nvSpPr>
        <p:spPr>
          <a:xfrm>
            <a:off x="838200" y="3602038"/>
            <a:ext cx="77724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FBB9-473B-4B0A-9467-2ACCEDF101BE}"/>
              </a:ext>
            </a:extLst>
          </p:cNvPr>
          <p:cNvSpPr>
            <a:spLocks noGrp="1"/>
          </p:cNvSpPr>
          <p:nvPr>
            <p:ph type="dt" sz="half" idx="10"/>
          </p:nvPr>
        </p:nvSpPr>
        <p:spPr/>
        <p:txBody>
          <a:bodyPr/>
          <a:lstStyle/>
          <a:p>
            <a:fld id="{1FDC8264-C1F7-4567-AC05-D933B027D35C}" type="datetimeFigureOut">
              <a:rPr lang="en-US" smtClean="0"/>
              <a:t>6/5/2023</a:t>
            </a:fld>
            <a:endParaRPr lang="en-US"/>
          </a:p>
        </p:txBody>
      </p:sp>
      <p:sp>
        <p:nvSpPr>
          <p:cNvPr id="5" name="Footer Placeholder 4">
            <a:extLst>
              <a:ext uri="{FF2B5EF4-FFF2-40B4-BE49-F238E27FC236}">
                <a16:creationId xmlns:a16="http://schemas.microsoft.com/office/drawing/2014/main" id="{C6043872-11EE-40A2-9FF7-83DBE6E7A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57550-3281-4792-B267-1B0A27BA04AE}"/>
              </a:ext>
            </a:extLst>
          </p:cNvPr>
          <p:cNvSpPr>
            <a:spLocks noGrp="1"/>
          </p:cNvSpPr>
          <p:nvPr>
            <p:ph type="sldNum" sz="quarter" idx="12"/>
          </p:nvPr>
        </p:nvSpPr>
        <p:spPr>
          <a:xfrm>
            <a:off x="838200" y="5257800"/>
            <a:ext cx="838200" cy="914400"/>
          </a:xfrm>
        </p:spPr>
        <p:txBody>
          <a:bodyPr/>
          <a:lstStyle/>
          <a:p>
            <a:fld id="{07BA1EAE-FBFA-48C6-B945-8F6A69DDCE08}" type="slidenum">
              <a:rPr lang="en-US" smtClean="0"/>
              <a:t>‹#›</a:t>
            </a:fld>
            <a:endParaRPr lang="en-US"/>
          </a:p>
        </p:txBody>
      </p:sp>
      <p:pic>
        <p:nvPicPr>
          <p:cNvPr id="8" name="Picture 7" descr="A screen shot of a computer&#10;&#10;Description automatically generated">
            <a:extLst>
              <a:ext uri="{FF2B5EF4-FFF2-40B4-BE49-F238E27FC236}">
                <a16:creationId xmlns:a16="http://schemas.microsoft.com/office/drawing/2014/main" id="{BF17E0C8-C595-4A96-85AA-571D414E8C1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642254"/>
            <a:ext cx="952500" cy="952500"/>
          </a:xfrm>
          <a:prstGeom prst="rect">
            <a:avLst/>
          </a:prstGeom>
        </p:spPr>
      </p:pic>
      <p:pic>
        <p:nvPicPr>
          <p:cNvPr id="10" name="Picture 9">
            <a:extLst>
              <a:ext uri="{FF2B5EF4-FFF2-40B4-BE49-F238E27FC236}">
                <a16:creationId xmlns:a16="http://schemas.microsoft.com/office/drawing/2014/main" id="{159186C1-3D36-4E7C-AF34-1D7684108DB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610600" y="914400"/>
            <a:ext cx="2743200" cy="913486"/>
          </a:xfrm>
          <a:prstGeom prst="rect">
            <a:avLst/>
          </a:prstGeom>
        </p:spPr>
      </p:pic>
      <p:pic>
        <p:nvPicPr>
          <p:cNvPr id="12" name="Picture 11" descr="Icon&#10;&#10;Description automatically generated">
            <a:extLst>
              <a:ext uri="{FF2B5EF4-FFF2-40B4-BE49-F238E27FC236}">
                <a16:creationId xmlns:a16="http://schemas.microsoft.com/office/drawing/2014/main" id="{DD096A89-5D16-41C6-86EC-80DEC06EA3F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220200" y="3810000"/>
            <a:ext cx="2971800" cy="3048000"/>
          </a:xfrm>
          <a:prstGeom prst="rect">
            <a:avLst/>
          </a:prstGeom>
        </p:spPr>
      </p:pic>
    </p:spTree>
    <p:extLst>
      <p:ext uri="{BB962C8B-B14F-4D97-AF65-F5344CB8AC3E}">
        <p14:creationId xmlns:p14="http://schemas.microsoft.com/office/powerpoint/2010/main" val="115205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D2FCB-D0CC-47FD-9E61-4642CE512BD9}"/>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094DBEED-704F-4684-AD81-9A33A6BBC809}"/>
              </a:ext>
            </a:extLst>
          </p:cNvPr>
          <p:cNvSpPr>
            <a:spLocks noGrp="1"/>
          </p:cNvSpPr>
          <p:nvPr>
            <p:ph type="subTitle" idx="1"/>
          </p:nvPr>
        </p:nvSpPr>
        <p:spPr>
          <a:xfrm>
            <a:off x="838200" y="3602038"/>
            <a:ext cx="77724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FBB9-473B-4B0A-9467-2ACCEDF101BE}"/>
              </a:ext>
            </a:extLst>
          </p:cNvPr>
          <p:cNvSpPr>
            <a:spLocks noGrp="1"/>
          </p:cNvSpPr>
          <p:nvPr>
            <p:ph type="dt" sz="half" idx="10"/>
          </p:nvPr>
        </p:nvSpPr>
        <p:spPr/>
        <p:txBody>
          <a:bodyPr/>
          <a:lstStyle/>
          <a:p>
            <a:fld id="{1FDC8264-C1F7-4567-AC05-D933B027D35C}" type="datetimeFigureOut">
              <a:rPr lang="en-US" smtClean="0"/>
              <a:t>6/5/2023</a:t>
            </a:fld>
            <a:endParaRPr lang="en-US"/>
          </a:p>
        </p:txBody>
      </p:sp>
      <p:sp>
        <p:nvSpPr>
          <p:cNvPr id="5" name="Footer Placeholder 4">
            <a:extLst>
              <a:ext uri="{FF2B5EF4-FFF2-40B4-BE49-F238E27FC236}">
                <a16:creationId xmlns:a16="http://schemas.microsoft.com/office/drawing/2014/main" id="{C6043872-11EE-40A2-9FF7-83DBE6E7A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57550-3281-4792-B267-1B0A27BA04AE}"/>
              </a:ext>
            </a:extLst>
          </p:cNvPr>
          <p:cNvSpPr>
            <a:spLocks noGrp="1"/>
          </p:cNvSpPr>
          <p:nvPr>
            <p:ph type="sldNum" sz="quarter" idx="12"/>
          </p:nvPr>
        </p:nvSpPr>
        <p:spPr>
          <a:xfrm>
            <a:off x="838200" y="5257800"/>
            <a:ext cx="838200" cy="914400"/>
          </a:xfrm>
        </p:spPr>
        <p:txBody>
          <a:bodyPr/>
          <a:lstStyle/>
          <a:p>
            <a:fld id="{07BA1EAE-FBFA-48C6-B945-8F6A69DDCE08}" type="slidenum">
              <a:rPr lang="en-US" smtClean="0"/>
              <a:t>‹#›</a:t>
            </a:fld>
            <a:endParaRPr lang="en-US"/>
          </a:p>
        </p:txBody>
      </p:sp>
      <p:pic>
        <p:nvPicPr>
          <p:cNvPr id="8" name="Picture 7" descr="A screen shot of a computer&#10;&#10;Description automatically generated">
            <a:extLst>
              <a:ext uri="{FF2B5EF4-FFF2-40B4-BE49-F238E27FC236}">
                <a16:creationId xmlns:a16="http://schemas.microsoft.com/office/drawing/2014/main" id="{BF17E0C8-C595-4A96-85AA-571D414E8C1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642254"/>
            <a:ext cx="952500" cy="952500"/>
          </a:xfrm>
          <a:prstGeom prst="rect">
            <a:avLst/>
          </a:prstGeom>
        </p:spPr>
      </p:pic>
      <p:pic>
        <p:nvPicPr>
          <p:cNvPr id="10" name="Picture 9">
            <a:extLst>
              <a:ext uri="{FF2B5EF4-FFF2-40B4-BE49-F238E27FC236}">
                <a16:creationId xmlns:a16="http://schemas.microsoft.com/office/drawing/2014/main" id="{159186C1-3D36-4E7C-AF34-1D7684108DB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610600" y="914400"/>
            <a:ext cx="2743200" cy="913485"/>
          </a:xfrm>
          <a:prstGeom prst="rect">
            <a:avLst/>
          </a:prstGeom>
        </p:spPr>
      </p:pic>
      <p:pic>
        <p:nvPicPr>
          <p:cNvPr id="12" name="Picture 11" descr="Icon&#10;&#10;Description automatically generated">
            <a:extLst>
              <a:ext uri="{FF2B5EF4-FFF2-40B4-BE49-F238E27FC236}">
                <a16:creationId xmlns:a16="http://schemas.microsoft.com/office/drawing/2014/main" id="{DD096A89-5D16-41C6-86EC-80DEC06EA3F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220200" y="3810000"/>
            <a:ext cx="2971800" cy="3048000"/>
          </a:xfrm>
          <a:prstGeom prst="rect">
            <a:avLst/>
          </a:prstGeom>
        </p:spPr>
      </p:pic>
    </p:spTree>
    <p:extLst>
      <p:ext uri="{BB962C8B-B14F-4D97-AF65-F5344CB8AC3E}">
        <p14:creationId xmlns:p14="http://schemas.microsoft.com/office/powerpoint/2010/main" val="120850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Orange">
    <p:bg>
      <p:bgPr>
        <a:gradFill>
          <a:gsLst>
            <a:gs pos="26000">
              <a:schemeClr val="accent1"/>
            </a:gs>
            <a:gs pos="100000">
              <a:schemeClr val="accent2"/>
            </a:gs>
          </a:gsLst>
          <a:lin ang="108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D2FCB-D0CC-47FD-9E61-4642CE512BD9}"/>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094DBEED-704F-4684-AD81-9A33A6BBC809}"/>
              </a:ext>
            </a:extLst>
          </p:cNvPr>
          <p:cNvSpPr>
            <a:spLocks noGrp="1"/>
          </p:cNvSpPr>
          <p:nvPr>
            <p:ph type="subTitle" idx="1"/>
          </p:nvPr>
        </p:nvSpPr>
        <p:spPr>
          <a:xfrm>
            <a:off x="838200" y="3602038"/>
            <a:ext cx="77724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FBB9-473B-4B0A-9467-2ACCEDF101BE}"/>
              </a:ext>
            </a:extLst>
          </p:cNvPr>
          <p:cNvSpPr>
            <a:spLocks noGrp="1"/>
          </p:cNvSpPr>
          <p:nvPr>
            <p:ph type="dt" sz="half" idx="10"/>
          </p:nvPr>
        </p:nvSpPr>
        <p:spPr/>
        <p:txBody>
          <a:bodyPr/>
          <a:lstStyle/>
          <a:p>
            <a:fld id="{1FDC8264-C1F7-4567-AC05-D933B027D35C}" type="datetimeFigureOut">
              <a:rPr lang="en-US" smtClean="0"/>
              <a:t>6/5/2023</a:t>
            </a:fld>
            <a:endParaRPr lang="en-US"/>
          </a:p>
        </p:txBody>
      </p:sp>
      <p:sp>
        <p:nvSpPr>
          <p:cNvPr id="5" name="Footer Placeholder 4">
            <a:extLst>
              <a:ext uri="{FF2B5EF4-FFF2-40B4-BE49-F238E27FC236}">
                <a16:creationId xmlns:a16="http://schemas.microsoft.com/office/drawing/2014/main" id="{C6043872-11EE-40A2-9FF7-83DBE6E7A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57550-3281-4792-B267-1B0A27BA04AE}"/>
              </a:ext>
            </a:extLst>
          </p:cNvPr>
          <p:cNvSpPr>
            <a:spLocks noGrp="1"/>
          </p:cNvSpPr>
          <p:nvPr>
            <p:ph type="sldNum" sz="quarter" idx="12"/>
          </p:nvPr>
        </p:nvSpPr>
        <p:spPr>
          <a:xfrm>
            <a:off x="838200" y="5257800"/>
            <a:ext cx="838200" cy="914400"/>
          </a:xfrm>
        </p:spPr>
        <p:txBody>
          <a:bodyPr/>
          <a:lstStyle/>
          <a:p>
            <a:fld id="{07BA1EAE-FBFA-48C6-B945-8F6A69DDCE08}" type="slidenum">
              <a:rPr lang="en-US" smtClean="0"/>
              <a:t>‹#›</a:t>
            </a:fld>
            <a:endParaRPr lang="en-US"/>
          </a:p>
        </p:txBody>
      </p:sp>
      <p:pic>
        <p:nvPicPr>
          <p:cNvPr id="8" name="Picture 7" descr="A screen shot of a computer&#10;&#10;Description automatically generated">
            <a:extLst>
              <a:ext uri="{FF2B5EF4-FFF2-40B4-BE49-F238E27FC236}">
                <a16:creationId xmlns:a16="http://schemas.microsoft.com/office/drawing/2014/main" id="{BF17E0C8-C595-4A96-85AA-571D414E8C1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642254"/>
            <a:ext cx="952500" cy="952500"/>
          </a:xfrm>
          <a:prstGeom prst="rect">
            <a:avLst/>
          </a:prstGeom>
        </p:spPr>
      </p:pic>
      <p:pic>
        <p:nvPicPr>
          <p:cNvPr id="10" name="Picture 9">
            <a:extLst>
              <a:ext uri="{FF2B5EF4-FFF2-40B4-BE49-F238E27FC236}">
                <a16:creationId xmlns:a16="http://schemas.microsoft.com/office/drawing/2014/main" id="{159186C1-3D36-4E7C-AF34-1D7684108DB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610600" y="914400"/>
            <a:ext cx="2743200" cy="913486"/>
          </a:xfrm>
          <a:prstGeom prst="rect">
            <a:avLst/>
          </a:prstGeom>
        </p:spPr>
      </p:pic>
      <p:pic>
        <p:nvPicPr>
          <p:cNvPr id="7" name="Picture 6" descr="Icon&#10;&#10;Description automatically generated">
            <a:extLst>
              <a:ext uri="{FF2B5EF4-FFF2-40B4-BE49-F238E27FC236}">
                <a16:creationId xmlns:a16="http://schemas.microsoft.com/office/drawing/2014/main" id="{615EE5BB-652E-4EA3-85D0-B86F27AEB435}"/>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220200" y="3810000"/>
            <a:ext cx="2971800" cy="3048000"/>
          </a:xfrm>
          <a:prstGeom prst="rect">
            <a:avLst/>
          </a:prstGeom>
        </p:spPr>
      </p:pic>
    </p:spTree>
    <p:extLst>
      <p:ext uri="{BB962C8B-B14F-4D97-AF65-F5344CB8AC3E}">
        <p14:creationId xmlns:p14="http://schemas.microsoft.com/office/powerpoint/2010/main" val="408066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Blu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D2FCB-D0CC-47FD-9E61-4642CE512BD9}"/>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94DBEED-704F-4684-AD81-9A33A6BBC809}"/>
              </a:ext>
            </a:extLst>
          </p:cNvPr>
          <p:cNvSpPr>
            <a:spLocks noGrp="1"/>
          </p:cNvSpPr>
          <p:nvPr>
            <p:ph type="subTitle" idx="1"/>
          </p:nvPr>
        </p:nvSpPr>
        <p:spPr>
          <a:xfrm>
            <a:off x="838200" y="3602038"/>
            <a:ext cx="77724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81FBB9-473B-4B0A-9467-2ACCEDF101BE}"/>
              </a:ext>
            </a:extLst>
          </p:cNvPr>
          <p:cNvSpPr>
            <a:spLocks noGrp="1"/>
          </p:cNvSpPr>
          <p:nvPr>
            <p:ph type="dt" sz="half" idx="10"/>
          </p:nvPr>
        </p:nvSpPr>
        <p:spPr/>
        <p:txBody>
          <a:bodyPr/>
          <a:lstStyle>
            <a:lvl1pPr>
              <a:defRPr>
                <a:solidFill>
                  <a:schemeClr val="bg1"/>
                </a:solidFill>
              </a:defRPr>
            </a:lvl1pPr>
          </a:lstStyle>
          <a:p>
            <a:fld id="{1FDC8264-C1F7-4567-AC05-D933B027D35C}" type="datetimeFigureOut">
              <a:rPr lang="en-US" smtClean="0"/>
              <a:pPr/>
              <a:t>6/5/2023</a:t>
            </a:fld>
            <a:endParaRPr lang="en-US"/>
          </a:p>
        </p:txBody>
      </p:sp>
      <p:sp>
        <p:nvSpPr>
          <p:cNvPr id="5" name="Footer Placeholder 4">
            <a:extLst>
              <a:ext uri="{FF2B5EF4-FFF2-40B4-BE49-F238E27FC236}">
                <a16:creationId xmlns:a16="http://schemas.microsoft.com/office/drawing/2014/main" id="{C6043872-11EE-40A2-9FF7-83DBE6E7A15B}"/>
              </a:ext>
            </a:extLst>
          </p:cNvPr>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85A57550-3281-4792-B267-1B0A27BA04AE}"/>
              </a:ext>
            </a:extLst>
          </p:cNvPr>
          <p:cNvSpPr>
            <a:spLocks noGrp="1"/>
          </p:cNvSpPr>
          <p:nvPr>
            <p:ph type="sldNum" sz="quarter" idx="12"/>
          </p:nvPr>
        </p:nvSpPr>
        <p:spPr>
          <a:xfrm>
            <a:off x="838200" y="5257800"/>
            <a:ext cx="838200" cy="914400"/>
          </a:xfrm>
        </p:spPr>
        <p:txBody>
          <a:bodyPr/>
          <a:lstStyle>
            <a:lvl1pPr>
              <a:defRPr>
                <a:solidFill>
                  <a:schemeClr val="bg1"/>
                </a:solidFill>
              </a:defRPr>
            </a:lvl1pPr>
          </a:lstStyle>
          <a:p>
            <a:fld id="{07BA1EAE-FBFA-48C6-B945-8F6A69DDCE08}" type="slidenum">
              <a:rPr lang="en-US" smtClean="0"/>
              <a:pPr/>
              <a:t>‹#›</a:t>
            </a:fld>
            <a:endParaRPr lang="en-US"/>
          </a:p>
        </p:txBody>
      </p:sp>
      <p:pic>
        <p:nvPicPr>
          <p:cNvPr id="10" name="Picture 9">
            <a:extLst>
              <a:ext uri="{FF2B5EF4-FFF2-40B4-BE49-F238E27FC236}">
                <a16:creationId xmlns:a16="http://schemas.microsoft.com/office/drawing/2014/main" id="{159186C1-3D36-4E7C-AF34-1D7684108DB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610600" y="914400"/>
            <a:ext cx="2743200" cy="913486"/>
          </a:xfrm>
          <a:prstGeom prst="rect">
            <a:avLst/>
          </a:prstGeom>
        </p:spPr>
      </p:pic>
      <p:pic>
        <p:nvPicPr>
          <p:cNvPr id="12" name="Picture 11">
            <a:extLst>
              <a:ext uri="{FF2B5EF4-FFF2-40B4-BE49-F238E27FC236}">
                <a16:creationId xmlns:a16="http://schemas.microsoft.com/office/drawing/2014/main" id="{DD096A89-5D16-41C6-86EC-80DEC06EA3F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22000" b="20000"/>
          <a:stretch/>
        </p:blipFill>
        <p:spPr>
          <a:xfrm>
            <a:off x="9220200" y="3810000"/>
            <a:ext cx="2971800" cy="3048000"/>
          </a:xfrm>
          <a:prstGeom prst="rect">
            <a:avLst/>
          </a:prstGeom>
        </p:spPr>
      </p:pic>
      <p:pic>
        <p:nvPicPr>
          <p:cNvPr id="7" name="Picture 6">
            <a:extLst>
              <a:ext uri="{FF2B5EF4-FFF2-40B4-BE49-F238E27FC236}">
                <a16:creationId xmlns:a16="http://schemas.microsoft.com/office/drawing/2014/main" id="{3A261D42-0E07-44F7-AED3-2838C756E4B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2642616"/>
            <a:ext cx="950976" cy="950976"/>
          </a:xfrm>
          <a:prstGeom prst="rect">
            <a:avLst/>
          </a:prstGeom>
        </p:spPr>
      </p:pic>
    </p:spTree>
    <p:extLst>
      <p:ext uri="{BB962C8B-B14F-4D97-AF65-F5344CB8AC3E}">
        <p14:creationId xmlns:p14="http://schemas.microsoft.com/office/powerpoint/2010/main" val="2328554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Oregon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4E0A06-F187-4C11-BC01-3AD3F85A0452}"/>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AF407293-FCC5-423A-AD3F-98F9D6BBAEFA}"/>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solidFill>
                  <a:schemeClr val="bg1"/>
                </a:solidFill>
              </a:defRPr>
            </a:lvl1pPr>
          </a:lstStyle>
          <a:p>
            <a:r>
              <a:rPr lang="en-US"/>
              <a:t>Click to edit Master title style</a:t>
            </a:r>
          </a:p>
        </p:txBody>
      </p:sp>
      <p:sp>
        <p:nvSpPr>
          <p:cNvPr id="19" name="Subtitle 2">
            <a:extLst>
              <a:ext uri="{FF2B5EF4-FFF2-40B4-BE49-F238E27FC236}">
                <a16:creationId xmlns:a16="http://schemas.microsoft.com/office/drawing/2014/main" id="{50A612BE-114F-4D50-A538-DE904F9CDCD6}"/>
              </a:ext>
            </a:extLst>
          </p:cNvPr>
          <p:cNvSpPr>
            <a:spLocks noGrp="1"/>
          </p:cNvSpPr>
          <p:nvPr>
            <p:ph type="subTitle" idx="1"/>
          </p:nvPr>
        </p:nvSpPr>
        <p:spPr>
          <a:xfrm>
            <a:off x="838200" y="3602038"/>
            <a:ext cx="77724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3">
            <a:extLst>
              <a:ext uri="{FF2B5EF4-FFF2-40B4-BE49-F238E27FC236}">
                <a16:creationId xmlns:a16="http://schemas.microsoft.com/office/drawing/2014/main" id="{C384B44B-86EE-49B5-8C6C-B56302011749}"/>
              </a:ext>
            </a:extLst>
          </p:cNvPr>
          <p:cNvSpPr>
            <a:spLocks noGrp="1"/>
          </p:cNvSpPr>
          <p:nvPr>
            <p:ph type="dt" sz="half" idx="10"/>
          </p:nvPr>
        </p:nvSpPr>
        <p:spPr>
          <a:xfrm>
            <a:off x="6096000" y="6172200"/>
            <a:ext cx="1828800" cy="365125"/>
          </a:xfrm>
        </p:spPr>
        <p:txBody>
          <a:bodyPr/>
          <a:lstStyle>
            <a:lvl1pPr>
              <a:defRPr>
                <a:solidFill>
                  <a:schemeClr val="bg1"/>
                </a:solidFill>
              </a:defRPr>
            </a:lvl1pPr>
          </a:lstStyle>
          <a:p>
            <a:fld id="{1FDC8264-C1F7-4567-AC05-D933B027D35C}" type="datetimeFigureOut">
              <a:rPr lang="en-US" smtClean="0"/>
              <a:pPr/>
              <a:t>6/5/2023</a:t>
            </a:fld>
            <a:endParaRPr lang="en-US"/>
          </a:p>
        </p:txBody>
      </p:sp>
      <p:sp>
        <p:nvSpPr>
          <p:cNvPr id="21" name="Footer Placeholder 4">
            <a:extLst>
              <a:ext uri="{FF2B5EF4-FFF2-40B4-BE49-F238E27FC236}">
                <a16:creationId xmlns:a16="http://schemas.microsoft.com/office/drawing/2014/main" id="{2C948A20-F6D2-4D95-A813-758CA2E367F6}"/>
              </a:ext>
            </a:extLst>
          </p:cNvPr>
          <p:cNvSpPr>
            <a:spLocks noGrp="1"/>
          </p:cNvSpPr>
          <p:nvPr>
            <p:ph type="ftr" sz="quarter" idx="11"/>
          </p:nvPr>
        </p:nvSpPr>
        <p:spPr>
          <a:xfrm>
            <a:off x="838200" y="6172200"/>
            <a:ext cx="5257800" cy="365125"/>
          </a:xfrm>
        </p:spPr>
        <p:txBody>
          <a:bodyPr/>
          <a:lstStyle>
            <a:lvl1pPr>
              <a:defRPr>
                <a:solidFill>
                  <a:schemeClr val="bg1"/>
                </a:solidFill>
              </a:defRPr>
            </a:lvl1pPr>
          </a:lstStyle>
          <a:p>
            <a:endParaRPr lang="en-US"/>
          </a:p>
        </p:txBody>
      </p:sp>
      <p:sp>
        <p:nvSpPr>
          <p:cNvPr id="22" name="Slide Number Placeholder 5">
            <a:extLst>
              <a:ext uri="{FF2B5EF4-FFF2-40B4-BE49-F238E27FC236}">
                <a16:creationId xmlns:a16="http://schemas.microsoft.com/office/drawing/2014/main" id="{E9FB2D55-46D6-4D2F-A689-2F074D7223FF}"/>
              </a:ext>
            </a:extLst>
          </p:cNvPr>
          <p:cNvSpPr>
            <a:spLocks noGrp="1"/>
          </p:cNvSpPr>
          <p:nvPr>
            <p:ph type="sldNum" sz="quarter" idx="12"/>
          </p:nvPr>
        </p:nvSpPr>
        <p:spPr>
          <a:xfrm>
            <a:off x="838200" y="5257800"/>
            <a:ext cx="838200" cy="914400"/>
          </a:xfrm>
        </p:spPr>
        <p:txBody>
          <a:bodyPr/>
          <a:lstStyle>
            <a:lvl1pPr>
              <a:defRPr>
                <a:solidFill>
                  <a:schemeClr val="bg1"/>
                </a:solidFill>
              </a:defRPr>
            </a:lvl1pPr>
          </a:lstStyle>
          <a:p>
            <a:fld id="{07BA1EAE-FBFA-48C6-B945-8F6A69DDCE08}" type="slidenum">
              <a:rPr lang="en-US" smtClean="0"/>
              <a:pPr/>
              <a:t>‹#›</a:t>
            </a:fld>
            <a:endParaRPr lang="en-US"/>
          </a:p>
        </p:txBody>
      </p:sp>
      <p:pic>
        <p:nvPicPr>
          <p:cNvPr id="23" name="Picture 22">
            <a:extLst>
              <a:ext uri="{FF2B5EF4-FFF2-40B4-BE49-F238E27FC236}">
                <a16:creationId xmlns:a16="http://schemas.microsoft.com/office/drawing/2014/main" id="{4B0EB374-DD07-424B-8DA7-D3CC6A4CA6E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610600" y="914400"/>
            <a:ext cx="2743200" cy="913486"/>
          </a:xfrm>
          <a:prstGeom prst="rect">
            <a:avLst/>
          </a:prstGeom>
        </p:spPr>
      </p:pic>
      <p:pic>
        <p:nvPicPr>
          <p:cNvPr id="30" name="Picture 29">
            <a:extLst>
              <a:ext uri="{FF2B5EF4-FFF2-40B4-BE49-F238E27FC236}">
                <a16:creationId xmlns:a16="http://schemas.microsoft.com/office/drawing/2014/main" id="{CEE92B2C-435B-46BB-A8DB-8CE6211DF0A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r="22000" b="20000"/>
          <a:stretch/>
        </p:blipFill>
        <p:spPr>
          <a:xfrm>
            <a:off x="9220200" y="3810000"/>
            <a:ext cx="2971800" cy="3048000"/>
          </a:xfrm>
          <a:prstGeom prst="rect">
            <a:avLst/>
          </a:prstGeom>
        </p:spPr>
      </p:pic>
      <p:pic>
        <p:nvPicPr>
          <p:cNvPr id="31" name="Picture 30">
            <a:extLst>
              <a:ext uri="{FF2B5EF4-FFF2-40B4-BE49-F238E27FC236}">
                <a16:creationId xmlns:a16="http://schemas.microsoft.com/office/drawing/2014/main" id="{99FA57C7-921A-4944-952F-08875DE53573}"/>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2642616"/>
            <a:ext cx="950976" cy="950976"/>
          </a:xfrm>
          <a:prstGeom prst="rect">
            <a:avLst/>
          </a:prstGeom>
        </p:spPr>
      </p:pic>
    </p:spTree>
    <p:extLst>
      <p:ext uri="{BB962C8B-B14F-4D97-AF65-F5344CB8AC3E}">
        <p14:creationId xmlns:p14="http://schemas.microsoft.com/office/powerpoint/2010/main" val="727970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Oregon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4E0A06-F187-4C11-BC01-3AD3F85A0452}"/>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AF407293-FCC5-423A-AD3F-98F9D6BBAEFA}"/>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solidFill>
                  <a:schemeClr val="bg1"/>
                </a:solidFill>
              </a:defRPr>
            </a:lvl1pPr>
          </a:lstStyle>
          <a:p>
            <a:r>
              <a:rPr lang="en-US"/>
              <a:t>Click to edit Master title style</a:t>
            </a:r>
          </a:p>
        </p:txBody>
      </p:sp>
      <p:sp>
        <p:nvSpPr>
          <p:cNvPr id="19" name="Subtitle 2">
            <a:extLst>
              <a:ext uri="{FF2B5EF4-FFF2-40B4-BE49-F238E27FC236}">
                <a16:creationId xmlns:a16="http://schemas.microsoft.com/office/drawing/2014/main" id="{50A612BE-114F-4D50-A538-DE904F9CDCD6}"/>
              </a:ext>
            </a:extLst>
          </p:cNvPr>
          <p:cNvSpPr>
            <a:spLocks noGrp="1"/>
          </p:cNvSpPr>
          <p:nvPr>
            <p:ph type="subTitle" idx="1"/>
          </p:nvPr>
        </p:nvSpPr>
        <p:spPr>
          <a:xfrm>
            <a:off x="838200" y="3602038"/>
            <a:ext cx="77724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3">
            <a:extLst>
              <a:ext uri="{FF2B5EF4-FFF2-40B4-BE49-F238E27FC236}">
                <a16:creationId xmlns:a16="http://schemas.microsoft.com/office/drawing/2014/main" id="{C384B44B-86EE-49B5-8C6C-B56302011749}"/>
              </a:ext>
            </a:extLst>
          </p:cNvPr>
          <p:cNvSpPr>
            <a:spLocks noGrp="1"/>
          </p:cNvSpPr>
          <p:nvPr>
            <p:ph type="dt" sz="half" idx="10"/>
          </p:nvPr>
        </p:nvSpPr>
        <p:spPr>
          <a:xfrm>
            <a:off x="6096000" y="6172200"/>
            <a:ext cx="1828800" cy="365125"/>
          </a:xfrm>
        </p:spPr>
        <p:txBody>
          <a:bodyPr/>
          <a:lstStyle>
            <a:lvl1pPr>
              <a:defRPr>
                <a:solidFill>
                  <a:schemeClr val="bg1"/>
                </a:solidFill>
              </a:defRPr>
            </a:lvl1pPr>
          </a:lstStyle>
          <a:p>
            <a:fld id="{1FDC8264-C1F7-4567-AC05-D933B027D35C}" type="datetimeFigureOut">
              <a:rPr lang="en-US" smtClean="0"/>
              <a:pPr/>
              <a:t>6/5/2023</a:t>
            </a:fld>
            <a:endParaRPr lang="en-US"/>
          </a:p>
        </p:txBody>
      </p:sp>
      <p:sp>
        <p:nvSpPr>
          <p:cNvPr id="21" name="Footer Placeholder 4">
            <a:extLst>
              <a:ext uri="{FF2B5EF4-FFF2-40B4-BE49-F238E27FC236}">
                <a16:creationId xmlns:a16="http://schemas.microsoft.com/office/drawing/2014/main" id="{2C948A20-F6D2-4D95-A813-758CA2E367F6}"/>
              </a:ext>
            </a:extLst>
          </p:cNvPr>
          <p:cNvSpPr>
            <a:spLocks noGrp="1"/>
          </p:cNvSpPr>
          <p:nvPr>
            <p:ph type="ftr" sz="quarter" idx="11"/>
          </p:nvPr>
        </p:nvSpPr>
        <p:spPr>
          <a:xfrm>
            <a:off x="838200" y="6172200"/>
            <a:ext cx="5257800" cy="365125"/>
          </a:xfrm>
        </p:spPr>
        <p:txBody>
          <a:bodyPr/>
          <a:lstStyle>
            <a:lvl1pPr>
              <a:defRPr>
                <a:solidFill>
                  <a:schemeClr val="bg1"/>
                </a:solidFill>
              </a:defRPr>
            </a:lvl1pPr>
          </a:lstStyle>
          <a:p>
            <a:endParaRPr lang="en-US"/>
          </a:p>
        </p:txBody>
      </p:sp>
      <p:sp>
        <p:nvSpPr>
          <p:cNvPr id="22" name="Slide Number Placeholder 5">
            <a:extLst>
              <a:ext uri="{FF2B5EF4-FFF2-40B4-BE49-F238E27FC236}">
                <a16:creationId xmlns:a16="http://schemas.microsoft.com/office/drawing/2014/main" id="{E9FB2D55-46D6-4D2F-A689-2F074D7223FF}"/>
              </a:ext>
            </a:extLst>
          </p:cNvPr>
          <p:cNvSpPr>
            <a:spLocks noGrp="1"/>
          </p:cNvSpPr>
          <p:nvPr>
            <p:ph type="sldNum" sz="quarter" idx="12"/>
          </p:nvPr>
        </p:nvSpPr>
        <p:spPr>
          <a:xfrm>
            <a:off x="838200" y="5257800"/>
            <a:ext cx="838200" cy="914400"/>
          </a:xfrm>
        </p:spPr>
        <p:txBody>
          <a:bodyPr/>
          <a:lstStyle>
            <a:lvl1pPr>
              <a:defRPr>
                <a:solidFill>
                  <a:schemeClr val="bg1"/>
                </a:solidFill>
              </a:defRPr>
            </a:lvl1pPr>
          </a:lstStyle>
          <a:p>
            <a:fld id="{07BA1EAE-FBFA-48C6-B945-8F6A69DDCE08}" type="slidenum">
              <a:rPr lang="en-US" smtClean="0"/>
              <a:pPr/>
              <a:t>‹#›</a:t>
            </a:fld>
            <a:endParaRPr lang="en-US"/>
          </a:p>
        </p:txBody>
      </p:sp>
      <p:pic>
        <p:nvPicPr>
          <p:cNvPr id="23" name="Picture 22">
            <a:extLst>
              <a:ext uri="{FF2B5EF4-FFF2-40B4-BE49-F238E27FC236}">
                <a16:creationId xmlns:a16="http://schemas.microsoft.com/office/drawing/2014/main" id="{4B0EB374-DD07-424B-8DA7-D3CC6A4CA6E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610600" y="914400"/>
            <a:ext cx="2743200" cy="913486"/>
          </a:xfrm>
          <a:prstGeom prst="rect">
            <a:avLst/>
          </a:prstGeom>
        </p:spPr>
      </p:pic>
      <p:pic>
        <p:nvPicPr>
          <p:cNvPr id="30" name="Picture 29">
            <a:extLst>
              <a:ext uri="{FF2B5EF4-FFF2-40B4-BE49-F238E27FC236}">
                <a16:creationId xmlns:a16="http://schemas.microsoft.com/office/drawing/2014/main" id="{CEE92B2C-435B-46BB-A8DB-8CE6211DF0A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r="22000" b="20000"/>
          <a:stretch/>
        </p:blipFill>
        <p:spPr>
          <a:xfrm>
            <a:off x="9220200" y="3810000"/>
            <a:ext cx="2971800" cy="3048000"/>
          </a:xfrm>
          <a:prstGeom prst="rect">
            <a:avLst/>
          </a:prstGeom>
        </p:spPr>
      </p:pic>
      <p:pic>
        <p:nvPicPr>
          <p:cNvPr id="31" name="Picture 30">
            <a:extLst>
              <a:ext uri="{FF2B5EF4-FFF2-40B4-BE49-F238E27FC236}">
                <a16:creationId xmlns:a16="http://schemas.microsoft.com/office/drawing/2014/main" id="{99FA57C7-921A-4944-952F-08875DE53573}"/>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2642616"/>
            <a:ext cx="950976" cy="950976"/>
          </a:xfrm>
          <a:prstGeom prst="rect">
            <a:avLst/>
          </a:prstGeom>
        </p:spPr>
      </p:pic>
    </p:spTree>
    <p:extLst>
      <p:ext uri="{BB962C8B-B14F-4D97-AF65-F5344CB8AC3E}">
        <p14:creationId xmlns:p14="http://schemas.microsoft.com/office/powerpoint/2010/main" val="1091222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Oregon 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4E0A06-F187-4C11-BC01-3AD3F85A0452}"/>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AF407293-FCC5-423A-AD3F-98F9D6BBAEFA}"/>
              </a:ext>
            </a:extLst>
          </p:cNvPr>
          <p:cNvSpPr>
            <a:spLocks noGrp="1"/>
          </p:cNvSpPr>
          <p:nvPr>
            <p:ph type="ctrTitle"/>
          </p:nvPr>
        </p:nvSpPr>
        <p:spPr>
          <a:xfrm>
            <a:off x="838200" y="1854199"/>
            <a:ext cx="7772400" cy="1655763"/>
          </a:xfrm>
          <a:prstGeom prst="rect">
            <a:avLst/>
          </a:prstGeom>
        </p:spPr>
        <p:txBody>
          <a:bodyPr anchor="b">
            <a:normAutofit/>
          </a:bodyPr>
          <a:lstStyle>
            <a:lvl1pPr algn="l">
              <a:defRPr sz="4800">
                <a:solidFill>
                  <a:schemeClr val="bg1"/>
                </a:solidFill>
              </a:defRPr>
            </a:lvl1pPr>
          </a:lstStyle>
          <a:p>
            <a:r>
              <a:rPr lang="en-US"/>
              <a:t>Click to edit Master title style</a:t>
            </a:r>
          </a:p>
        </p:txBody>
      </p:sp>
      <p:sp>
        <p:nvSpPr>
          <p:cNvPr id="19" name="Subtitle 2">
            <a:extLst>
              <a:ext uri="{FF2B5EF4-FFF2-40B4-BE49-F238E27FC236}">
                <a16:creationId xmlns:a16="http://schemas.microsoft.com/office/drawing/2014/main" id="{50A612BE-114F-4D50-A538-DE904F9CDCD6}"/>
              </a:ext>
            </a:extLst>
          </p:cNvPr>
          <p:cNvSpPr>
            <a:spLocks noGrp="1"/>
          </p:cNvSpPr>
          <p:nvPr>
            <p:ph type="subTitle" idx="1"/>
          </p:nvPr>
        </p:nvSpPr>
        <p:spPr>
          <a:xfrm>
            <a:off x="838200" y="3602038"/>
            <a:ext cx="77724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3">
            <a:extLst>
              <a:ext uri="{FF2B5EF4-FFF2-40B4-BE49-F238E27FC236}">
                <a16:creationId xmlns:a16="http://schemas.microsoft.com/office/drawing/2014/main" id="{C384B44B-86EE-49B5-8C6C-B56302011749}"/>
              </a:ext>
            </a:extLst>
          </p:cNvPr>
          <p:cNvSpPr>
            <a:spLocks noGrp="1"/>
          </p:cNvSpPr>
          <p:nvPr>
            <p:ph type="dt" sz="half" idx="10"/>
          </p:nvPr>
        </p:nvSpPr>
        <p:spPr>
          <a:xfrm>
            <a:off x="6096000" y="6172200"/>
            <a:ext cx="1828800" cy="365125"/>
          </a:xfrm>
        </p:spPr>
        <p:txBody>
          <a:bodyPr/>
          <a:lstStyle>
            <a:lvl1pPr>
              <a:defRPr>
                <a:solidFill>
                  <a:schemeClr val="bg1"/>
                </a:solidFill>
              </a:defRPr>
            </a:lvl1pPr>
          </a:lstStyle>
          <a:p>
            <a:fld id="{1FDC8264-C1F7-4567-AC05-D933B027D35C}" type="datetimeFigureOut">
              <a:rPr lang="en-US" smtClean="0"/>
              <a:pPr/>
              <a:t>6/5/2023</a:t>
            </a:fld>
            <a:endParaRPr lang="en-US"/>
          </a:p>
        </p:txBody>
      </p:sp>
      <p:sp>
        <p:nvSpPr>
          <p:cNvPr id="21" name="Footer Placeholder 4">
            <a:extLst>
              <a:ext uri="{FF2B5EF4-FFF2-40B4-BE49-F238E27FC236}">
                <a16:creationId xmlns:a16="http://schemas.microsoft.com/office/drawing/2014/main" id="{2C948A20-F6D2-4D95-A813-758CA2E367F6}"/>
              </a:ext>
            </a:extLst>
          </p:cNvPr>
          <p:cNvSpPr>
            <a:spLocks noGrp="1"/>
          </p:cNvSpPr>
          <p:nvPr>
            <p:ph type="ftr" sz="quarter" idx="11"/>
          </p:nvPr>
        </p:nvSpPr>
        <p:spPr>
          <a:xfrm>
            <a:off x="838200" y="6172200"/>
            <a:ext cx="5257800" cy="365125"/>
          </a:xfrm>
        </p:spPr>
        <p:txBody>
          <a:bodyPr/>
          <a:lstStyle>
            <a:lvl1pPr>
              <a:defRPr>
                <a:solidFill>
                  <a:schemeClr val="bg1"/>
                </a:solidFill>
              </a:defRPr>
            </a:lvl1pPr>
          </a:lstStyle>
          <a:p>
            <a:endParaRPr lang="en-US"/>
          </a:p>
        </p:txBody>
      </p:sp>
      <p:sp>
        <p:nvSpPr>
          <p:cNvPr id="22" name="Slide Number Placeholder 5">
            <a:extLst>
              <a:ext uri="{FF2B5EF4-FFF2-40B4-BE49-F238E27FC236}">
                <a16:creationId xmlns:a16="http://schemas.microsoft.com/office/drawing/2014/main" id="{E9FB2D55-46D6-4D2F-A689-2F074D7223FF}"/>
              </a:ext>
            </a:extLst>
          </p:cNvPr>
          <p:cNvSpPr>
            <a:spLocks noGrp="1"/>
          </p:cNvSpPr>
          <p:nvPr>
            <p:ph type="sldNum" sz="quarter" idx="12"/>
          </p:nvPr>
        </p:nvSpPr>
        <p:spPr>
          <a:xfrm>
            <a:off x="838200" y="5257800"/>
            <a:ext cx="838200" cy="914400"/>
          </a:xfrm>
        </p:spPr>
        <p:txBody>
          <a:bodyPr/>
          <a:lstStyle>
            <a:lvl1pPr>
              <a:defRPr>
                <a:solidFill>
                  <a:schemeClr val="bg1"/>
                </a:solidFill>
              </a:defRPr>
            </a:lvl1pPr>
          </a:lstStyle>
          <a:p>
            <a:fld id="{07BA1EAE-FBFA-48C6-B945-8F6A69DDCE08}" type="slidenum">
              <a:rPr lang="en-US" smtClean="0"/>
              <a:pPr/>
              <a:t>‹#›</a:t>
            </a:fld>
            <a:endParaRPr lang="en-US"/>
          </a:p>
        </p:txBody>
      </p:sp>
      <p:pic>
        <p:nvPicPr>
          <p:cNvPr id="23" name="Picture 22">
            <a:extLst>
              <a:ext uri="{FF2B5EF4-FFF2-40B4-BE49-F238E27FC236}">
                <a16:creationId xmlns:a16="http://schemas.microsoft.com/office/drawing/2014/main" id="{4B0EB374-DD07-424B-8DA7-D3CC6A4CA6E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8610600" y="914400"/>
            <a:ext cx="2743200" cy="913486"/>
          </a:xfrm>
          <a:prstGeom prst="rect">
            <a:avLst/>
          </a:prstGeom>
        </p:spPr>
      </p:pic>
      <p:pic>
        <p:nvPicPr>
          <p:cNvPr id="30" name="Picture 29">
            <a:extLst>
              <a:ext uri="{FF2B5EF4-FFF2-40B4-BE49-F238E27FC236}">
                <a16:creationId xmlns:a16="http://schemas.microsoft.com/office/drawing/2014/main" id="{CEE92B2C-435B-46BB-A8DB-8CE6211DF0A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r="22000" b="20000"/>
          <a:stretch/>
        </p:blipFill>
        <p:spPr>
          <a:xfrm>
            <a:off x="9220200" y="3810000"/>
            <a:ext cx="2971800" cy="3048000"/>
          </a:xfrm>
          <a:prstGeom prst="rect">
            <a:avLst/>
          </a:prstGeom>
        </p:spPr>
      </p:pic>
      <p:pic>
        <p:nvPicPr>
          <p:cNvPr id="31" name="Picture 30">
            <a:extLst>
              <a:ext uri="{FF2B5EF4-FFF2-40B4-BE49-F238E27FC236}">
                <a16:creationId xmlns:a16="http://schemas.microsoft.com/office/drawing/2014/main" id="{99FA57C7-921A-4944-952F-08875DE53573}"/>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2642616"/>
            <a:ext cx="950976" cy="950976"/>
          </a:xfrm>
          <a:prstGeom prst="rect">
            <a:avLst/>
          </a:prstGeom>
        </p:spPr>
      </p:pic>
    </p:spTree>
    <p:extLst>
      <p:ext uri="{BB962C8B-B14F-4D97-AF65-F5344CB8AC3E}">
        <p14:creationId xmlns:p14="http://schemas.microsoft.com/office/powerpoint/2010/main" val="366408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Whi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CE20A9-A428-44D8-B852-62C2594556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 shot of a computer&#10;&#10;Description automatically generated">
            <a:extLst>
              <a:ext uri="{FF2B5EF4-FFF2-40B4-BE49-F238E27FC236}">
                <a16:creationId xmlns:a16="http://schemas.microsoft.com/office/drawing/2014/main" id="{C66CEDE6-960A-491B-97B7-AB231C04F45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438150"/>
            <a:ext cx="952500" cy="952500"/>
          </a:xfrm>
          <a:prstGeom prst="rect">
            <a:avLst/>
          </a:prstGeom>
        </p:spPr>
      </p:pic>
      <p:sp>
        <p:nvSpPr>
          <p:cNvPr id="11" name="Slide Number Placeholder 5">
            <a:extLst>
              <a:ext uri="{FF2B5EF4-FFF2-40B4-BE49-F238E27FC236}">
                <a16:creationId xmlns:a16="http://schemas.microsoft.com/office/drawing/2014/main" id="{B6AC9D69-7C17-44B3-814C-6DA9383CEAA8}"/>
              </a:ext>
            </a:extLst>
          </p:cNvPr>
          <p:cNvSpPr>
            <a:spLocks noGrp="1"/>
          </p:cNvSpPr>
          <p:nvPr>
            <p:ph type="sldNum" sz="quarter" idx="4"/>
          </p:nvPr>
        </p:nvSpPr>
        <p:spPr>
          <a:xfrm>
            <a:off x="11353800" y="5026025"/>
            <a:ext cx="838200" cy="914400"/>
          </a:xfrm>
          <a:prstGeom prst="rect">
            <a:avLst/>
          </a:prstGeom>
        </p:spPr>
        <p:txBody>
          <a:bodyPr vert="horz" lIns="91440" tIns="45720" rIns="91440" bIns="45720" rtlCol="0" anchor="ctr"/>
          <a:lstStyle>
            <a:lvl1pPr algn="ctr">
              <a:defRPr sz="1200">
                <a:solidFill>
                  <a:schemeClr val="tx1"/>
                </a:solidFill>
                <a:latin typeface="Montserrat SemiBold" panose="00000700000000000000" pitchFamily="50" charset="0"/>
              </a:defRPr>
            </a:lvl1pPr>
          </a:lstStyle>
          <a:p>
            <a:pPr>
              <a:defRPr/>
            </a:pPr>
            <a:fld id="{07BA1EAE-FBFA-48C6-B945-8F6A69DDCE08}" type="slidenum">
              <a:rPr lang="en-US" smtClean="0"/>
              <a:pPr>
                <a:defRPr/>
              </a:pPr>
              <a:t>‹#›</a:t>
            </a:fld>
            <a:endParaRPr lang="en-US"/>
          </a:p>
        </p:txBody>
      </p:sp>
      <p:sp>
        <p:nvSpPr>
          <p:cNvPr id="12" name="Title 1">
            <a:extLst>
              <a:ext uri="{FF2B5EF4-FFF2-40B4-BE49-F238E27FC236}">
                <a16:creationId xmlns:a16="http://schemas.microsoft.com/office/drawing/2014/main" id="{512F1C83-75F9-42F6-877B-7F08A9D5715E}"/>
              </a:ext>
            </a:extLst>
          </p:cNvPr>
          <p:cNvSpPr>
            <a:spLocks noGrp="1"/>
          </p:cNvSpPr>
          <p:nvPr>
            <p:ph type="title" hasCustomPrompt="1"/>
          </p:nvPr>
        </p:nvSpPr>
        <p:spPr>
          <a:xfrm>
            <a:off x="838200" y="337344"/>
            <a:ext cx="10515600" cy="914400"/>
          </a:xfrm>
          <a:prstGeom prst="rect">
            <a:avLst/>
          </a:prstGeom>
        </p:spPr>
        <p:txBody>
          <a:bodyPr anchor="b" anchorCtr="0"/>
          <a:lstStyle>
            <a:lvl1pPr>
              <a:defRPr/>
            </a:lvl1pPr>
          </a:lstStyle>
          <a:p>
            <a:r>
              <a:rPr lang="en-US"/>
              <a:t>Click to edit Master </a:t>
            </a:r>
            <a:br>
              <a:rPr lang="en-US"/>
            </a:br>
            <a:r>
              <a:rPr lang="en-US"/>
              <a:t>title style</a:t>
            </a:r>
          </a:p>
        </p:txBody>
      </p:sp>
      <p:sp>
        <p:nvSpPr>
          <p:cNvPr id="14" name="Text Placeholder 4">
            <a:extLst>
              <a:ext uri="{FF2B5EF4-FFF2-40B4-BE49-F238E27FC236}">
                <a16:creationId xmlns:a16="http://schemas.microsoft.com/office/drawing/2014/main" id="{4A5634B4-6387-4483-A4E8-7BFC907CC188}"/>
              </a:ext>
            </a:extLst>
          </p:cNvPr>
          <p:cNvSpPr>
            <a:spLocks noGrp="1"/>
          </p:cNvSpPr>
          <p:nvPr>
            <p:ph type="body" sz="quarter" idx="26" hasCustomPrompt="1"/>
          </p:nvPr>
        </p:nvSpPr>
        <p:spPr>
          <a:xfrm>
            <a:off x="838200" y="1256077"/>
            <a:ext cx="10515600" cy="381000"/>
          </a:xfrm>
        </p:spPr>
        <p:txBody>
          <a:bodyPr lIns="118872" anchor="ctr" anchorCtr="0">
            <a:normAutofit/>
          </a:bodyPr>
          <a:lstStyle>
            <a:lvl1pPr marL="0" indent="0">
              <a:buNone/>
              <a:defRPr sz="1400"/>
            </a:lvl1pPr>
          </a:lstStyle>
          <a:p>
            <a:pPr lvl="0"/>
            <a:r>
              <a:rPr lang="en-US"/>
              <a:t>Insert subtitle</a:t>
            </a:r>
          </a:p>
        </p:txBody>
      </p:sp>
      <p:pic>
        <p:nvPicPr>
          <p:cNvPr id="31" name="Picture 30" descr="A picture containing drawing&#10;&#10;Description automatically generated">
            <a:extLst>
              <a:ext uri="{FF2B5EF4-FFF2-40B4-BE49-F238E27FC236}">
                <a16:creationId xmlns:a16="http://schemas.microsoft.com/office/drawing/2014/main" id="{0269DA0C-0EC1-46F3-94DE-A36E16FB5F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25000" y="6094717"/>
            <a:ext cx="1828800" cy="608990"/>
          </a:xfrm>
          <a:prstGeom prst="rect">
            <a:avLst/>
          </a:prstGeom>
        </p:spPr>
      </p:pic>
      <p:sp>
        <p:nvSpPr>
          <p:cNvPr id="32" name="Date Placeholder 3">
            <a:extLst>
              <a:ext uri="{FF2B5EF4-FFF2-40B4-BE49-F238E27FC236}">
                <a16:creationId xmlns:a16="http://schemas.microsoft.com/office/drawing/2014/main" id="{114077DB-DD16-4C4F-B72F-452623CA8E96}"/>
              </a:ext>
            </a:extLst>
          </p:cNvPr>
          <p:cNvSpPr>
            <a:spLocks noGrp="1"/>
          </p:cNvSpPr>
          <p:nvPr>
            <p:ph type="dt" sz="half" idx="2"/>
          </p:nvPr>
        </p:nvSpPr>
        <p:spPr>
          <a:xfrm>
            <a:off x="6096000" y="6216649"/>
            <a:ext cx="1828800" cy="365125"/>
          </a:xfrm>
          <a:prstGeom prst="rect">
            <a:avLst/>
          </a:prstGeom>
        </p:spPr>
        <p:txBody>
          <a:bodyPr vert="horz" lIns="91440" tIns="45720" rIns="91440" bIns="45720" rtlCol="0" anchor="ctr"/>
          <a:lstStyle>
            <a:lvl1pPr algn="r">
              <a:defRPr sz="1200">
                <a:solidFill>
                  <a:schemeClr val="bg1">
                    <a:lumMod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1FDC8264-C1F7-4567-AC05-D933B027D35C}" type="datetimeFigureOut">
              <a:rPr lang="en-US" smtClean="0"/>
              <a:pPr/>
              <a:t>6/5/2023</a:t>
            </a:fld>
            <a:endParaRPr lang="en-US"/>
          </a:p>
        </p:txBody>
      </p:sp>
      <p:sp>
        <p:nvSpPr>
          <p:cNvPr id="33" name="Footer Placeholder 4">
            <a:extLst>
              <a:ext uri="{FF2B5EF4-FFF2-40B4-BE49-F238E27FC236}">
                <a16:creationId xmlns:a16="http://schemas.microsoft.com/office/drawing/2014/main" id="{B26CEA1A-66E9-4566-A212-61D95268748E}"/>
              </a:ext>
            </a:extLst>
          </p:cNvPr>
          <p:cNvSpPr>
            <a:spLocks noGrp="1"/>
          </p:cNvSpPr>
          <p:nvPr>
            <p:ph type="ftr" sz="quarter" idx="3"/>
          </p:nvPr>
        </p:nvSpPr>
        <p:spPr>
          <a:xfrm>
            <a:off x="838200" y="6216649"/>
            <a:ext cx="5257800" cy="365125"/>
          </a:xfrm>
          <a:prstGeom prst="rect">
            <a:avLst/>
          </a:prstGeom>
        </p:spPr>
        <p:txBody>
          <a:bodyPr vert="horz" lIns="91440" tIns="45720" rIns="91440" bIns="45720" rtlCol="0" anchor="ctr"/>
          <a:lstStyle>
            <a:lvl1pPr algn="l">
              <a:defRPr sz="1200">
                <a:solidFill>
                  <a:schemeClr val="bg1">
                    <a:lumMod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pic>
        <p:nvPicPr>
          <p:cNvPr id="37" name="Picture 36" descr="Icon&#10;&#10;Description automatically generated">
            <a:extLst>
              <a:ext uri="{FF2B5EF4-FFF2-40B4-BE49-F238E27FC236}">
                <a16:creationId xmlns:a16="http://schemas.microsoft.com/office/drawing/2014/main" id="{0DDEE9AF-9C04-47B5-8948-3B41F023DF20}"/>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t="29661" r="18733" b="10351"/>
          <a:stretch/>
        </p:blipFill>
        <p:spPr>
          <a:xfrm>
            <a:off x="10961854" y="0"/>
            <a:ext cx="1230146" cy="908049"/>
          </a:xfrm>
          <a:prstGeom prst="rect">
            <a:avLst/>
          </a:prstGeom>
        </p:spPr>
      </p:pic>
    </p:spTree>
    <p:extLst>
      <p:ext uri="{BB962C8B-B14F-4D97-AF65-F5344CB8AC3E}">
        <p14:creationId xmlns:p14="http://schemas.microsoft.com/office/powerpoint/2010/main" val="2616250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2CEFEB-6B58-4D25-9906-2C5FD66ED5FB}"/>
              </a:ext>
            </a:extLst>
          </p:cNvPr>
          <p:cNvSpPr>
            <a:spLocks noGrp="1"/>
          </p:cNvSpPr>
          <p:nvPr>
            <p:ph type="title"/>
          </p:nvPr>
        </p:nvSpPr>
        <p:spPr>
          <a:xfrm>
            <a:off x="838200" y="320675"/>
            <a:ext cx="10515600" cy="914400"/>
          </a:xfrm>
          <a:prstGeom prst="rect">
            <a:avLst/>
          </a:prstGeom>
        </p:spPr>
        <p:txBody>
          <a:bodyPr vert="horz" lIns="91440" tIns="45720" rIns="91440" bIns="45720" rtlCol="0" anchor="b" anchorCtr="0">
            <a:normAutofit/>
          </a:bodyPr>
          <a:lstStyle/>
          <a:p>
            <a:r>
              <a:rPr lang="en-US"/>
              <a:t>Click to edit Master </a:t>
            </a:r>
            <a:br>
              <a:rPr lang="en-US"/>
            </a:br>
            <a:r>
              <a:rPr lang="en-US"/>
              <a:t>title style</a:t>
            </a:r>
          </a:p>
        </p:txBody>
      </p:sp>
      <p:sp>
        <p:nvSpPr>
          <p:cNvPr id="3" name="Text Placeholder 2">
            <a:extLst>
              <a:ext uri="{FF2B5EF4-FFF2-40B4-BE49-F238E27FC236}">
                <a16:creationId xmlns:a16="http://schemas.microsoft.com/office/drawing/2014/main" id="{D7D2C717-4F04-4260-A400-25F8298F17EA}"/>
              </a:ext>
            </a:extLst>
          </p:cNvPr>
          <p:cNvSpPr>
            <a:spLocks noGrp="1"/>
          </p:cNvSpPr>
          <p:nvPr>
            <p:ph type="body" idx="1"/>
          </p:nvPr>
        </p:nvSpPr>
        <p:spPr>
          <a:xfrm>
            <a:off x="838200" y="1825625"/>
            <a:ext cx="105156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444C4-CFF8-4A7B-8A6E-3A61FC585A45}"/>
              </a:ext>
            </a:extLst>
          </p:cNvPr>
          <p:cNvSpPr>
            <a:spLocks noGrp="1"/>
          </p:cNvSpPr>
          <p:nvPr>
            <p:ph type="dt" sz="half" idx="2"/>
          </p:nvPr>
        </p:nvSpPr>
        <p:spPr>
          <a:xfrm>
            <a:off x="6096000" y="6172200"/>
            <a:ext cx="1828800" cy="365125"/>
          </a:xfrm>
          <a:prstGeom prst="rect">
            <a:avLst/>
          </a:prstGeom>
        </p:spPr>
        <p:txBody>
          <a:bodyPr vert="horz" lIns="91440" tIns="45720" rIns="91440" bIns="45720" rtlCol="0" anchor="ctr"/>
          <a:lstStyle>
            <a:lvl1pPr algn="r">
              <a:defRPr sz="1200">
                <a:solidFill>
                  <a:schemeClr val="bg1">
                    <a:lumMod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1FDC8264-C1F7-4567-AC05-D933B027D35C}" type="datetimeFigureOut">
              <a:rPr lang="en-US" smtClean="0"/>
              <a:pPr/>
              <a:t>6/5/2023</a:t>
            </a:fld>
            <a:endParaRPr lang="en-US"/>
          </a:p>
        </p:txBody>
      </p:sp>
      <p:sp>
        <p:nvSpPr>
          <p:cNvPr id="5" name="Footer Placeholder 4">
            <a:extLst>
              <a:ext uri="{FF2B5EF4-FFF2-40B4-BE49-F238E27FC236}">
                <a16:creationId xmlns:a16="http://schemas.microsoft.com/office/drawing/2014/main" id="{A3824AEE-781D-4C28-9BE9-0D16514E17EA}"/>
              </a:ext>
            </a:extLst>
          </p:cNvPr>
          <p:cNvSpPr>
            <a:spLocks noGrp="1"/>
          </p:cNvSpPr>
          <p:nvPr>
            <p:ph type="ftr" sz="quarter" idx="3"/>
          </p:nvPr>
        </p:nvSpPr>
        <p:spPr>
          <a:xfrm>
            <a:off x="838200" y="6172200"/>
            <a:ext cx="5257800" cy="365125"/>
          </a:xfrm>
          <a:prstGeom prst="rect">
            <a:avLst/>
          </a:prstGeom>
        </p:spPr>
        <p:txBody>
          <a:bodyPr vert="horz" lIns="91440" tIns="45720" rIns="91440" bIns="45720" rtlCol="0" anchor="ctr"/>
          <a:lstStyle>
            <a:lvl1pPr algn="l">
              <a:defRPr sz="1200">
                <a:solidFill>
                  <a:schemeClr val="bg1">
                    <a:lumMod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 name="Slide Number Placeholder 5">
            <a:extLst>
              <a:ext uri="{FF2B5EF4-FFF2-40B4-BE49-F238E27FC236}">
                <a16:creationId xmlns:a16="http://schemas.microsoft.com/office/drawing/2014/main" id="{F4804B29-0940-48B4-91A4-B7B7AF99413A}"/>
              </a:ext>
            </a:extLst>
          </p:cNvPr>
          <p:cNvSpPr>
            <a:spLocks noGrp="1"/>
          </p:cNvSpPr>
          <p:nvPr>
            <p:ph type="sldNum" sz="quarter" idx="4"/>
          </p:nvPr>
        </p:nvSpPr>
        <p:spPr>
          <a:xfrm>
            <a:off x="11353800" y="5026025"/>
            <a:ext cx="838200" cy="914400"/>
          </a:xfrm>
          <a:prstGeom prst="rect">
            <a:avLst/>
          </a:prstGeom>
        </p:spPr>
        <p:txBody>
          <a:bodyPr vert="horz" lIns="91440" tIns="45720" rIns="91440" bIns="45720" rtlCol="0" anchor="ctr"/>
          <a:lstStyle>
            <a:lvl1pPr algn="ctr">
              <a:defRPr sz="1200">
                <a:solidFill>
                  <a:schemeClr val="tx1"/>
                </a:solidFill>
                <a:latin typeface="Montserrat SemiBold" panose="00000700000000000000" pitchFamily="50" charset="0"/>
              </a:defRPr>
            </a:lvl1pPr>
          </a:lstStyle>
          <a:p>
            <a:pPr>
              <a:defRPr/>
            </a:pPr>
            <a:fld id="{07BA1EAE-FBFA-48C6-B945-8F6A69DDCE08}" type="slidenum">
              <a:rPr lang="en-US" smtClean="0"/>
              <a:pPr>
                <a:defRPr/>
              </a:pPr>
              <a:t>‹#›</a:t>
            </a:fld>
            <a:endParaRPr lang="en-US"/>
          </a:p>
        </p:txBody>
      </p:sp>
    </p:spTree>
    <p:extLst>
      <p:ext uri="{BB962C8B-B14F-4D97-AF65-F5344CB8AC3E}">
        <p14:creationId xmlns:p14="http://schemas.microsoft.com/office/powerpoint/2010/main" val="540982364"/>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64" r:id="rId3"/>
    <p:sldLayoutId id="2147483665" r:id="rId4"/>
    <p:sldLayoutId id="2147483679" r:id="rId5"/>
    <p:sldLayoutId id="2147483680" r:id="rId6"/>
    <p:sldLayoutId id="2147483692" r:id="rId7"/>
    <p:sldLayoutId id="2147483838" r:id="rId8"/>
  </p:sldLayoutIdLst>
  <p:txStyles>
    <p:titleStyle>
      <a:lvl1pPr algn="l" defTabSz="914400" rtl="0" eaLnBrk="1" latinLnBrk="0" hangingPunct="1">
        <a:lnSpc>
          <a:spcPct val="90000"/>
        </a:lnSpc>
        <a:spcBef>
          <a:spcPct val="0"/>
        </a:spcBef>
        <a:buNone/>
        <a:defRPr sz="3200" kern="1200">
          <a:solidFill>
            <a:schemeClr val="tx1"/>
          </a:solidFill>
          <a:latin typeface="Montserrat Medium" panose="00000600000000000000" pitchFamily="50"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SzPct val="100000"/>
        <a:buFont typeface="Arial" panose="020B0604020202020204" pitchFamily="34" charset="0"/>
        <a:buChar char="•"/>
        <a:defRPr sz="20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2CEFEB-6B58-4D25-9906-2C5FD66ED5FB}"/>
              </a:ext>
            </a:extLst>
          </p:cNvPr>
          <p:cNvSpPr>
            <a:spLocks noGrp="1"/>
          </p:cNvSpPr>
          <p:nvPr>
            <p:ph type="title"/>
          </p:nvPr>
        </p:nvSpPr>
        <p:spPr>
          <a:xfrm>
            <a:off x="838200" y="320675"/>
            <a:ext cx="10515600" cy="914400"/>
          </a:xfrm>
          <a:prstGeom prst="rect">
            <a:avLst/>
          </a:prstGeom>
        </p:spPr>
        <p:txBody>
          <a:bodyPr vert="horz" lIns="91440" tIns="45720" rIns="91440" bIns="45720" rtlCol="0" anchor="b" anchorCtr="0">
            <a:normAutofit/>
          </a:bodyPr>
          <a:lstStyle/>
          <a:p>
            <a:r>
              <a:rPr lang="en-US"/>
              <a:t>Click to edit Master </a:t>
            </a:r>
            <a:br>
              <a:rPr lang="en-US"/>
            </a:br>
            <a:r>
              <a:rPr lang="en-US"/>
              <a:t>title style</a:t>
            </a:r>
          </a:p>
        </p:txBody>
      </p:sp>
      <p:sp>
        <p:nvSpPr>
          <p:cNvPr id="3" name="Text Placeholder 2">
            <a:extLst>
              <a:ext uri="{FF2B5EF4-FFF2-40B4-BE49-F238E27FC236}">
                <a16:creationId xmlns:a16="http://schemas.microsoft.com/office/drawing/2014/main" id="{D7D2C717-4F04-4260-A400-25F8298F17EA}"/>
              </a:ext>
            </a:extLst>
          </p:cNvPr>
          <p:cNvSpPr>
            <a:spLocks noGrp="1"/>
          </p:cNvSpPr>
          <p:nvPr>
            <p:ph type="body" idx="1"/>
          </p:nvPr>
        </p:nvSpPr>
        <p:spPr>
          <a:xfrm>
            <a:off x="838200" y="1825625"/>
            <a:ext cx="105156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444C4-CFF8-4A7B-8A6E-3A61FC585A45}"/>
              </a:ext>
            </a:extLst>
          </p:cNvPr>
          <p:cNvSpPr>
            <a:spLocks noGrp="1"/>
          </p:cNvSpPr>
          <p:nvPr>
            <p:ph type="dt" sz="half" idx="2"/>
          </p:nvPr>
        </p:nvSpPr>
        <p:spPr>
          <a:xfrm>
            <a:off x="6096000" y="6172200"/>
            <a:ext cx="1828800" cy="365125"/>
          </a:xfrm>
          <a:prstGeom prst="rect">
            <a:avLst/>
          </a:prstGeom>
        </p:spPr>
        <p:txBody>
          <a:bodyPr vert="horz" lIns="91440" tIns="45720" rIns="91440" bIns="45720" rtlCol="0" anchor="ctr"/>
          <a:lstStyle>
            <a:lvl1pPr algn="r">
              <a:defRPr sz="1200">
                <a:solidFill>
                  <a:schemeClr val="bg1">
                    <a:lumMod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fld id="{1FDC8264-C1F7-4567-AC05-D933B027D35C}" type="datetimeFigureOut">
              <a:rPr lang="en-US" smtClean="0"/>
              <a:pPr/>
              <a:t>6/5/2023</a:t>
            </a:fld>
            <a:endParaRPr lang="en-US"/>
          </a:p>
        </p:txBody>
      </p:sp>
      <p:sp>
        <p:nvSpPr>
          <p:cNvPr id="5" name="Footer Placeholder 4">
            <a:extLst>
              <a:ext uri="{FF2B5EF4-FFF2-40B4-BE49-F238E27FC236}">
                <a16:creationId xmlns:a16="http://schemas.microsoft.com/office/drawing/2014/main" id="{A3824AEE-781D-4C28-9BE9-0D16514E17EA}"/>
              </a:ext>
            </a:extLst>
          </p:cNvPr>
          <p:cNvSpPr>
            <a:spLocks noGrp="1"/>
          </p:cNvSpPr>
          <p:nvPr>
            <p:ph type="ftr" sz="quarter" idx="3"/>
          </p:nvPr>
        </p:nvSpPr>
        <p:spPr>
          <a:xfrm>
            <a:off x="838200" y="6172200"/>
            <a:ext cx="5257800" cy="365125"/>
          </a:xfrm>
          <a:prstGeom prst="rect">
            <a:avLst/>
          </a:prstGeom>
        </p:spPr>
        <p:txBody>
          <a:bodyPr vert="horz" lIns="91440" tIns="45720" rIns="91440" bIns="45720" rtlCol="0" anchor="ctr"/>
          <a:lstStyle>
            <a:lvl1pPr algn="l">
              <a:defRPr sz="1200">
                <a:solidFill>
                  <a:schemeClr val="bg1">
                    <a:lumMod val="25000"/>
                  </a:schemeClr>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a:p>
        </p:txBody>
      </p:sp>
      <p:sp>
        <p:nvSpPr>
          <p:cNvPr id="6" name="Slide Number Placeholder 5">
            <a:extLst>
              <a:ext uri="{FF2B5EF4-FFF2-40B4-BE49-F238E27FC236}">
                <a16:creationId xmlns:a16="http://schemas.microsoft.com/office/drawing/2014/main" id="{F4804B29-0940-48B4-91A4-B7B7AF99413A}"/>
              </a:ext>
            </a:extLst>
          </p:cNvPr>
          <p:cNvSpPr>
            <a:spLocks noGrp="1"/>
          </p:cNvSpPr>
          <p:nvPr>
            <p:ph type="sldNum" sz="quarter" idx="4"/>
          </p:nvPr>
        </p:nvSpPr>
        <p:spPr>
          <a:xfrm>
            <a:off x="11353800" y="5026025"/>
            <a:ext cx="838200" cy="914400"/>
          </a:xfrm>
          <a:prstGeom prst="rect">
            <a:avLst/>
          </a:prstGeom>
        </p:spPr>
        <p:txBody>
          <a:bodyPr vert="horz" lIns="91440" tIns="45720" rIns="91440" bIns="45720" rtlCol="0" anchor="ctr"/>
          <a:lstStyle>
            <a:lvl1pPr algn="ctr">
              <a:defRPr sz="1200">
                <a:solidFill>
                  <a:schemeClr val="tx1"/>
                </a:solidFill>
                <a:latin typeface="Montserrat SemiBold" panose="00000700000000000000" pitchFamily="50" charset="0"/>
              </a:defRPr>
            </a:lvl1pPr>
          </a:lstStyle>
          <a:p>
            <a:pPr>
              <a:defRPr/>
            </a:pPr>
            <a:fld id="{07BA1EAE-FBFA-48C6-B945-8F6A69DDCE08}" type="slidenum">
              <a:rPr lang="en-US" smtClean="0"/>
              <a:pPr>
                <a:defRPr/>
              </a:pPr>
              <a:t>‹#›</a:t>
            </a:fld>
            <a:endParaRPr lang="en-US"/>
          </a:p>
        </p:txBody>
      </p:sp>
    </p:spTree>
    <p:extLst>
      <p:ext uri="{BB962C8B-B14F-4D97-AF65-F5344CB8AC3E}">
        <p14:creationId xmlns:p14="http://schemas.microsoft.com/office/powerpoint/2010/main" val="13781174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3200" kern="1200">
          <a:solidFill>
            <a:schemeClr val="tx1"/>
          </a:solidFill>
          <a:latin typeface="Montserrat Medium" panose="00000600000000000000" pitchFamily="50"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SzPct val="100000"/>
        <a:buFont typeface="Arial" panose="020B0604020202020204" pitchFamily="34" charset="0"/>
        <a:buChar char="•"/>
        <a:defRPr sz="20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aka.ms/pbidesktopstore" TargetMode="External"/><Relationship Id="rId2" Type="http://schemas.openxmlformats.org/officeDocument/2006/relationships/hyperlink" Target="https://learn.microsoft.com/en-us/power-bi/fundamentals/power-bi-overview" TargetMode="External"/><Relationship Id="rId1" Type="http://schemas.openxmlformats.org/officeDocument/2006/relationships/slideLayout" Target="../slideLayouts/slideLayout8.xml"/><Relationship Id="rId5" Type="http://schemas.openxmlformats.org/officeDocument/2006/relationships/hyperlink" Target="https://learn.microsoft.com/en-us/power-bi/enterprise/service-admin-premium-purchase" TargetMode="External"/><Relationship Id="rId4" Type="http://schemas.openxmlformats.org/officeDocument/2006/relationships/hyperlink" Target="https://learn.microsoft.com/en-us/power-bi/fundamentals/service-features-license-typ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https://aka.ms/pbidesktopstore" TargetMode="External"/><Relationship Id="rId2" Type="http://schemas.openxmlformats.org/officeDocument/2006/relationships/hyperlink" Target="https://learn.microsoft.com/en-us/power-bi/fundamentals/power-bi-overview" TargetMode="Externa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hyperlink" Target="https://app.powerbi.com/home" TargetMode="Externa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https://learn.microsoft.com/en-us/powerquery-m/" TargetMode="External"/><Relationship Id="rId7" Type="http://schemas.openxmlformats.org/officeDocument/2006/relationships/diagramQuickStyle" Target="../diagrams/quickStyle1.xml"/><Relationship Id="rId2" Type="http://schemas.openxmlformats.org/officeDocument/2006/relationships/hyperlink" Target="https://learn.microsoft.com/en-us/power-query/power-query-ui" TargetMode="External"/><Relationship Id="rId1" Type="http://schemas.openxmlformats.org/officeDocument/2006/relationships/slideLayout" Target="../slideLayouts/slideLayout8.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3.png"/><Relationship Id="rId4" Type="http://schemas.openxmlformats.org/officeDocument/2006/relationships/hyperlink" Target="https://learn.microsoft.com/en-us/dax/dax-overview" TargetMode="External"/><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8" Type="http://schemas.openxmlformats.org/officeDocument/2006/relationships/hyperlink" Target="https://learn.microsoft.com/en-us/power-bi/collaborate-share/service-how-to-collaborate-distribute-dashboards-reports" TargetMode="External"/><Relationship Id="rId3" Type="http://schemas.openxmlformats.org/officeDocument/2006/relationships/hyperlink" Target="https://learn.microsoft.com/en-us/power-bi/connect-data/desktop-quickstart-connect-to-data" TargetMode="External"/><Relationship Id="rId7" Type="http://schemas.openxmlformats.org/officeDocument/2006/relationships/hyperlink" Target="https://learn.microsoft.com/en-us/power-bi/consumer/end-user-experience" TargetMode="External"/><Relationship Id="rId2" Type="http://schemas.openxmlformats.org/officeDocument/2006/relationships/hyperlink" Target="https://learn.microsoft.com/en-us/power-bi/fundamentals/desktop-what-is-desktop" TargetMode="External"/><Relationship Id="rId1" Type="http://schemas.openxmlformats.org/officeDocument/2006/relationships/slideLayout" Target="../slideLayouts/slideLayout8.xml"/><Relationship Id="rId6" Type="http://schemas.openxmlformats.org/officeDocument/2006/relationships/hyperlink" Target="https://learn.microsoft.com/en-us/power-bi/fundamentals/power-bi-service-overview" TargetMode="External"/><Relationship Id="rId5" Type="http://schemas.openxmlformats.org/officeDocument/2006/relationships/hyperlink" Target="https://learn.microsoft.com/en-us/power-bi/create-reports/service-the-report-editor-take-a-tour" TargetMode="External"/><Relationship Id="rId10" Type="http://schemas.openxmlformats.org/officeDocument/2006/relationships/hyperlink" Target="https://learn.microsoft.com/en-us/power-bi/collaborate-share/end-user-subscribe?tabs=creator" TargetMode="External"/><Relationship Id="rId4" Type="http://schemas.openxmlformats.org/officeDocument/2006/relationships/hyperlink" Target="https://learn.microsoft.com/en-us/power-bi/transform-model/desktop-query-overview" TargetMode="External"/><Relationship Id="rId9" Type="http://schemas.openxmlformats.org/officeDocument/2006/relationships/hyperlink" Target="https://learn.microsoft.com/en-us/power-bi/connect-data/refresh-scheduled-refresh"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learn.microsoft.com/en-us/power-bi/visuals/power-bi-visualization-powerapp"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power-bi/enterprise/service-admin-rls" TargetMode="External"/><Relationship Id="rId2" Type="http://schemas.openxmlformats.org/officeDocument/2006/relationships/hyperlink" Target="https://learn.microsoft.com/en-us/power-bi/enterprise/service-admin-power-bi-security" TargetMode="External"/><Relationship Id="rId1" Type="http://schemas.openxmlformats.org/officeDocument/2006/relationships/slideLayout" Target="../slideLayouts/slideLayout8.xml"/><Relationship Id="rId4" Type="http://schemas.openxmlformats.org/officeDocument/2006/relationships/hyperlink" Target="https://learn.microsoft.com/en-us/power-bi/enterprise/service-admin-ols?tabs=tabl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hyperlink" Target="https://learn.microsoft.com/en-us/power-bi/consumer/end-user-home" TargetMode="External"/><Relationship Id="rId3" Type="http://schemas.openxmlformats.org/officeDocument/2006/relationships/hyperlink" Target="https://learn.microsoft.com/en-us/power-bi/consumer/end-user-report-open" TargetMode="External"/><Relationship Id="rId7" Type="http://schemas.openxmlformats.org/officeDocument/2006/relationships/hyperlink" Target="https://learn.microsoft.com/en-us/power-bi/consumer/end-user-drill" TargetMode="External"/><Relationship Id="rId2" Type="http://schemas.openxmlformats.org/officeDocument/2006/relationships/hyperlink" Target="https://learn.microsoft.com/en-us/power-bi/consumer/end-user-sign-in" TargetMode="External"/><Relationship Id="rId1" Type="http://schemas.openxmlformats.org/officeDocument/2006/relationships/slideLayout" Target="../slideLayouts/slideLayout8.xml"/><Relationship Id="rId6" Type="http://schemas.openxmlformats.org/officeDocument/2006/relationships/hyperlink" Target="https://learn.microsoft.com/en-us/power-bi/consumer/end-user-slicer" TargetMode="External"/><Relationship Id="rId5" Type="http://schemas.openxmlformats.org/officeDocument/2006/relationships/hyperlink" Target="https://learn.microsoft.com/en-us/power-bi/consumer/end-user-report-filter" TargetMode="External"/><Relationship Id="rId10" Type="http://schemas.openxmlformats.org/officeDocument/2006/relationships/hyperlink" Target="https://learn.microsoft.com/en-us/power-bi/consumer/end-user-copy-paste" TargetMode="External"/><Relationship Id="rId4" Type="http://schemas.openxmlformats.org/officeDocument/2006/relationships/hyperlink" Target="https://learn.microsoft.com/en-us/power-bi/consumer/end-user-change-sort" TargetMode="External"/><Relationship Id="rId9" Type="http://schemas.openxmlformats.org/officeDocument/2006/relationships/hyperlink" Target="https://learn.microsoft.com/en-us/power-bi/consumer/end-user-repor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CEB6C7-FD77-45FA-88CB-56A8209EB208}"/>
              </a:ext>
            </a:extLst>
          </p:cNvPr>
          <p:cNvSpPr>
            <a:spLocks noGrp="1"/>
          </p:cNvSpPr>
          <p:nvPr>
            <p:ph type="ctrTitle"/>
          </p:nvPr>
        </p:nvSpPr>
        <p:spPr>
          <a:xfrm>
            <a:off x="959384" y="2171623"/>
            <a:ext cx="9383101" cy="1257377"/>
          </a:xfrm>
        </p:spPr>
        <p:txBody>
          <a:bodyPr>
            <a:normAutofit/>
          </a:bodyPr>
          <a:lstStyle/>
          <a:p>
            <a:r>
              <a:rPr lang="en-US">
                <a:latin typeface="Montserrat Medium" pitchFamily="2" charset="77"/>
              </a:rPr>
              <a:t>Power BI - </a:t>
            </a:r>
            <a:r>
              <a:rPr lang="en-US" sz="4800">
                <a:latin typeface="Montserrat Medium" pitchFamily="2" charset="77"/>
              </a:rPr>
              <a:t>EDGE Session</a:t>
            </a:r>
            <a:endParaRPr lang="en-US">
              <a:latin typeface="Montserrat Medium" pitchFamily="2" charset="77"/>
            </a:endParaRPr>
          </a:p>
        </p:txBody>
      </p:sp>
      <p:sp>
        <p:nvSpPr>
          <p:cNvPr id="2" name="TextBox 1">
            <a:extLst>
              <a:ext uri="{FF2B5EF4-FFF2-40B4-BE49-F238E27FC236}">
                <a16:creationId xmlns:a16="http://schemas.microsoft.com/office/drawing/2014/main" id="{061AC7F9-B348-4D9C-B9CB-107CE61EDF3F}"/>
              </a:ext>
            </a:extLst>
          </p:cNvPr>
          <p:cNvSpPr txBox="1"/>
          <p:nvPr/>
        </p:nvSpPr>
        <p:spPr>
          <a:xfrm>
            <a:off x="276667" y="5392421"/>
            <a:ext cx="4098275" cy="954107"/>
          </a:xfrm>
          <a:prstGeom prst="rect">
            <a:avLst/>
          </a:prstGeom>
          <a:noFill/>
        </p:spPr>
        <p:txBody>
          <a:bodyPr wrap="square" rtlCol="0">
            <a:spAutoFit/>
          </a:bodyPr>
          <a:lstStyle/>
          <a:p>
            <a:r>
              <a:rPr lang="en-US" sz="2800">
                <a:solidFill>
                  <a:schemeClr val="bg1"/>
                </a:solidFill>
              </a:rPr>
              <a:t>Anusha Ananth</a:t>
            </a:r>
          </a:p>
          <a:p>
            <a:r>
              <a:rPr lang="en-US" sz="2800">
                <a:solidFill>
                  <a:schemeClr val="bg1"/>
                </a:solidFill>
              </a:rPr>
              <a:t>6/5/2023</a:t>
            </a:r>
          </a:p>
        </p:txBody>
      </p:sp>
      <p:sp>
        <p:nvSpPr>
          <p:cNvPr id="3" name="Title 3">
            <a:extLst>
              <a:ext uri="{FF2B5EF4-FFF2-40B4-BE49-F238E27FC236}">
                <a16:creationId xmlns:a16="http://schemas.microsoft.com/office/drawing/2014/main" id="{65493359-28FF-A353-4C13-8E8C76AE883E}"/>
              </a:ext>
            </a:extLst>
          </p:cNvPr>
          <p:cNvSpPr txBox="1">
            <a:spLocks/>
          </p:cNvSpPr>
          <p:nvPr/>
        </p:nvSpPr>
        <p:spPr>
          <a:xfrm>
            <a:off x="8640348" y="3361414"/>
            <a:ext cx="3288720" cy="780732"/>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800" kern="1200">
                <a:solidFill>
                  <a:schemeClr val="bg1"/>
                </a:solidFill>
                <a:latin typeface="Montserrat Medium" panose="00000600000000000000" pitchFamily="50" charset="0"/>
                <a:ea typeface="+mj-ea"/>
                <a:cs typeface="+mj-cs"/>
              </a:defRPr>
            </a:lvl1pPr>
          </a:lstStyle>
          <a:p>
            <a:endParaRPr lang="en-US" sz="3200">
              <a:latin typeface="Montserrat Medium" pitchFamily="2" charset="77"/>
            </a:endParaRPr>
          </a:p>
        </p:txBody>
      </p:sp>
    </p:spTree>
    <p:extLst>
      <p:ext uri="{BB962C8B-B14F-4D97-AF65-F5344CB8AC3E}">
        <p14:creationId xmlns:p14="http://schemas.microsoft.com/office/powerpoint/2010/main" val="1581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61E4228-5867-DD54-032A-BE350E7B739D}"/>
              </a:ext>
            </a:extLst>
          </p:cNvPr>
          <p:cNvSpPr>
            <a:spLocks noGrp="1"/>
          </p:cNvSpPr>
          <p:nvPr>
            <p:ph idx="1"/>
          </p:nvPr>
        </p:nvSpPr>
        <p:spPr>
          <a:xfrm>
            <a:off x="838200" y="1371600"/>
            <a:ext cx="10515600" cy="4114800"/>
          </a:xfrm>
        </p:spPr>
        <p:txBody>
          <a:bodyPr>
            <a:normAutofit/>
          </a:bodyPr>
          <a:lstStyle/>
          <a:p>
            <a:r>
              <a:rPr lang="en-US" sz="1300" b="1" dirty="0">
                <a:latin typeface="+mn-lt"/>
                <a:cs typeface="Calibri" panose="020F0502020204030204" pitchFamily="34" charset="0"/>
              </a:rPr>
              <a:t>Introduction to Power BI</a:t>
            </a:r>
          </a:p>
          <a:p>
            <a:r>
              <a:rPr lang="en-US" sz="1300" b="1" dirty="0">
                <a:latin typeface="+mn-lt"/>
                <a:cs typeface="Calibri" panose="020F0502020204030204" pitchFamily="34" charset="0"/>
              </a:rPr>
              <a:t>Desktop &amp; Service</a:t>
            </a:r>
          </a:p>
          <a:p>
            <a:pPr lvl="1"/>
            <a:r>
              <a:rPr lang="en-US" sz="1100" dirty="0">
                <a:latin typeface="+mn-lt"/>
                <a:cs typeface="Calibri" panose="020F0502020204030204" pitchFamily="34" charset="0"/>
              </a:rPr>
              <a:t>Connect to Data</a:t>
            </a:r>
          </a:p>
          <a:p>
            <a:pPr lvl="1"/>
            <a:r>
              <a:rPr lang="en-US" sz="1100" dirty="0">
                <a:latin typeface="+mn-lt"/>
                <a:cs typeface="Calibri" panose="020F0502020204030204" pitchFamily="34" charset="0"/>
              </a:rPr>
              <a:t>Transform Data using Power Query</a:t>
            </a:r>
          </a:p>
          <a:p>
            <a:pPr lvl="1"/>
            <a:r>
              <a:rPr lang="en-US" sz="1100" dirty="0">
                <a:latin typeface="+mn-lt"/>
                <a:cs typeface="Calibri" panose="020F0502020204030204" pitchFamily="34" charset="0"/>
              </a:rPr>
              <a:t>Create Visualizations, Pages and Reports.</a:t>
            </a:r>
          </a:p>
          <a:p>
            <a:pPr lvl="1"/>
            <a:r>
              <a:rPr lang="en-US" sz="1100" dirty="0">
                <a:latin typeface="+mn-lt"/>
                <a:cs typeface="Calibri" panose="020F0502020204030204" pitchFamily="34" charset="0"/>
              </a:rPr>
              <a:t>Share, Export, Collaborate, Schedule and Subscribe</a:t>
            </a:r>
          </a:p>
          <a:p>
            <a:r>
              <a:rPr lang="en-US" sz="1300" b="1" dirty="0">
                <a:latin typeface="+mn-lt"/>
                <a:cs typeface="Calibri" panose="020F0502020204030204" pitchFamily="34" charset="0"/>
              </a:rPr>
              <a:t>Security Aspects in Power BI</a:t>
            </a:r>
          </a:p>
          <a:p>
            <a:r>
              <a:rPr lang="en-US" sz="1300" b="1" dirty="0">
                <a:latin typeface="+mn-lt"/>
                <a:cs typeface="Calibri" panose="020F0502020204030204" pitchFamily="34" charset="0"/>
              </a:rPr>
              <a:t>Embedding Power Apps in Power BI</a:t>
            </a:r>
          </a:p>
          <a:p>
            <a:r>
              <a:rPr lang="en-US" sz="1300" b="1" dirty="0">
                <a:latin typeface="+mn-lt"/>
                <a:cs typeface="Calibri" panose="020F0502020204030204" pitchFamily="34" charset="0"/>
              </a:rPr>
              <a:t>Recap</a:t>
            </a:r>
            <a:endParaRPr lang="en-US" sz="1300" dirty="0">
              <a:latin typeface="+mn-lt"/>
              <a:cs typeface="Calibri" panose="020F0502020204030204" pitchFamily="34" charset="0"/>
            </a:endParaRPr>
          </a:p>
          <a:p>
            <a:endParaRPr lang="en-US" sz="1300" dirty="0">
              <a:latin typeface="+mn-lt"/>
              <a:cs typeface="Calibri" panose="020F0502020204030204" pitchFamily="34" charset="0"/>
            </a:endParaRPr>
          </a:p>
        </p:txBody>
      </p:sp>
      <p:sp>
        <p:nvSpPr>
          <p:cNvPr id="4" name="Title 3">
            <a:extLst>
              <a:ext uri="{FF2B5EF4-FFF2-40B4-BE49-F238E27FC236}">
                <a16:creationId xmlns:a16="http://schemas.microsoft.com/office/drawing/2014/main" id="{24F8F4B7-B2DF-35CA-5E9B-160F1CA77EA8}"/>
              </a:ext>
            </a:extLst>
          </p:cNvPr>
          <p:cNvSpPr>
            <a:spLocks noGrp="1"/>
          </p:cNvSpPr>
          <p:nvPr>
            <p:ph type="title"/>
          </p:nvPr>
        </p:nvSpPr>
        <p:spPr/>
        <p:txBody>
          <a:bodyPr/>
          <a:lstStyle/>
          <a:p>
            <a:r>
              <a:rPr lang="en-US"/>
              <a:t>AGENDA</a:t>
            </a:r>
          </a:p>
        </p:txBody>
      </p:sp>
    </p:spTree>
    <p:extLst>
      <p:ext uri="{BB962C8B-B14F-4D97-AF65-F5344CB8AC3E}">
        <p14:creationId xmlns:p14="http://schemas.microsoft.com/office/powerpoint/2010/main" val="1549749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73064-B11B-CAEE-4D46-1D0D3F0F0326}"/>
              </a:ext>
            </a:extLst>
          </p:cNvPr>
          <p:cNvSpPr>
            <a:spLocks noGrp="1"/>
          </p:cNvSpPr>
          <p:nvPr>
            <p:ph type="title"/>
          </p:nvPr>
        </p:nvSpPr>
        <p:spPr/>
        <p:txBody>
          <a:bodyPr/>
          <a:lstStyle/>
          <a:p>
            <a:r>
              <a:rPr lang="en-US"/>
              <a:t>Introduction to Power BI</a:t>
            </a:r>
          </a:p>
        </p:txBody>
      </p:sp>
      <p:sp>
        <p:nvSpPr>
          <p:cNvPr id="3" name="Content Placeholder 2">
            <a:extLst>
              <a:ext uri="{FF2B5EF4-FFF2-40B4-BE49-F238E27FC236}">
                <a16:creationId xmlns:a16="http://schemas.microsoft.com/office/drawing/2014/main" id="{2B324D23-1BC0-06A4-01E2-9C075E3EB87F}"/>
              </a:ext>
            </a:extLst>
          </p:cNvPr>
          <p:cNvSpPr>
            <a:spLocks noGrp="1"/>
          </p:cNvSpPr>
          <p:nvPr>
            <p:ph idx="1"/>
          </p:nvPr>
        </p:nvSpPr>
        <p:spPr>
          <a:xfrm>
            <a:off x="838200" y="1359673"/>
            <a:ext cx="10515600" cy="4580752"/>
          </a:xfrm>
        </p:spPr>
        <p:txBody>
          <a:bodyPr>
            <a:normAutofit fontScale="92500" lnSpcReduction="10000"/>
          </a:bodyPr>
          <a:lstStyle/>
          <a:p>
            <a:pPr marL="0" indent="0">
              <a:buNone/>
            </a:pPr>
            <a:r>
              <a:rPr lang="en-US" sz="1300" b="1" dirty="0">
                <a:latin typeface="+mn-lt"/>
                <a:cs typeface="Calibri" panose="020F0502020204030204" pitchFamily="34" charset="0"/>
              </a:rPr>
              <a:t>Power BI (</a:t>
            </a:r>
            <a:r>
              <a:rPr lang="en-US" sz="1400" dirty="0">
                <a:hlinkClick r:id="rId2"/>
              </a:rPr>
              <a:t>Reference</a:t>
            </a:r>
            <a:r>
              <a:rPr lang="en-US" sz="1300" b="1" dirty="0">
                <a:latin typeface="+mn-lt"/>
                <a:cs typeface="Calibri" panose="020F0502020204030204" pitchFamily="34" charset="0"/>
              </a:rPr>
              <a:t>) </a:t>
            </a:r>
            <a:r>
              <a:rPr lang="en-US" sz="1300" dirty="0">
                <a:latin typeface="+mn-lt"/>
                <a:cs typeface="Calibri" panose="020F0502020204030204" pitchFamily="34" charset="0"/>
              </a:rPr>
              <a:t>is a collection of software services, apps, and connectors that work together to turn your unrelated sources of data into coherent, visually immersive, and interactive insights.</a:t>
            </a:r>
          </a:p>
          <a:p>
            <a:pPr marL="0" indent="0">
              <a:buNone/>
            </a:pPr>
            <a:r>
              <a:rPr lang="en-US" sz="1300" dirty="0">
                <a:latin typeface="+mn-lt"/>
                <a:cs typeface="Calibri" panose="020F0502020204030204" pitchFamily="34" charset="0"/>
              </a:rPr>
              <a:t>Power BI consists of several elements that all work together, starting with these three basics:</a:t>
            </a:r>
          </a:p>
          <a:p>
            <a:r>
              <a:rPr lang="en-US" sz="1300" dirty="0">
                <a:latin typeface="+mn-lt"/>
                <a:cs typeface="Calibri" panose="020F0502020204030204" pitchFamily="34" charset="0"/>
              </a:rPr>
              <a:t>A Windows desktop application called </a:t>
            </a:r>
            <a:r>
              <a:rPr lang="en-US" sz="1300" b="1" dirty="0">
                <a:latin typeface="+mn-lt"/>
                <a:cs typeface="Calibri" panose="020F0502020204030204" pitchFamily="34" charset="0"/>
              </a:rPr>
              <a:t>Power BI Desktop</a:t>
            </a:r>
            <a:r>
              <a:rPr lang="en-US" sz="1300" dirty="0">
                <a:latin typeface="+mn-lt"/>
                <a:cs typeface="Calibri" panose="020F0502020204030204" pitchFamily="34" charset="0"/>
              </a:rPr>
              <a:t>. Download </a:t>
            </a:r>
            <a:r>
              <a:rPr lang="en-US" sz="1300" dirty="0">
                <a:latin typeface="+mn-lt"/>
                <a:cs typeface="Calibri" panose="020F0502020204030204" pitchFamily="34" charset="0"/>
                <a:hlinkClick r:id="rId3"/>
              </a:rPr>
              <a:t>link</a:t>
            </a:r>
            <a:r>
              <a:rPr lang="en-US" sz="1300" dirty="0">
                <a:latin typeface="+mn-lt"/>
                <a:cs typeface="Calibri" panose="020F0502020204030204" pitchFamily="34" charset="0"/>
              </a:rPr>
              <a:t>.</a:t>
            </a:r>
          </a:p>
          <a:p>
            <a:r>
              <a:rPr lang="en-US" sz="1300" dirty="0">
                <a:latin typeface="+mn-lt"/>
                <a:cs typeface="Calibri" panose="020F0502020204030204" pitchFamily="34" charset="0"/>
              </a:rPr>
              <a:t>An online software as a service (SaaS) service called the </a:t>
            </a:r>
            <a:r>
              <a:rPr lang="en-US" sz="1300" b="1" dirty="0">
                <a:latin typeface="+mn-lt"/>
                <a:cs typeface="Calibri" panose="020F0502020204030204" pitchFamily="34" charset="0"/>
              </a:rPr>
              <a:t>Power BI service</a:t>
            </a:r>
            <a:r>
              <a:rPr lang="en-US" sz="1300" dirty="0">
                <a:latin typeface="+mn-lt"/>
                <a:cs typeface="Calibri" panose="020F0502020204030204" pitchFamily="34" charset="0"/>
              </a:rPr>
              <a:t>.</a:t>
            </a:r>
          </a:p>
          <a:p>
            <a:r>
              <a:rPr lang="en-US" sz="1300" b="1" dirty="0">
                <a:latin typeface="+mn-lt"/>
                <a:cs typeface="Calibri" panose="020F0502020204030204" pitchFamily="34" charset="0"/>
              </a:rPr>
              <a:t>Power BI Mobile </a:t>
            </a:r>
            <a:r>
              <a:rPr lang="en-US" sz="1300" dirty="0">
                <a:latin typeface="+mn-lt"/>
                <a:cs typeface="Calibri" panose="020F0502020204030204" pitchFamily="34" charset="0"/>
              </a:rPr>
              <a:t>apps for Windows, iOS, and Android devices.</a:t>
            </a:r>
          </a:p>
          <a:p>
            <a:endParaRPr lang="en-US" sz="1300" dirty="0">
              <a:latin typeface="+mn-lt"/>
              <a:cs typeface="Calibri" panose="020F0502020204030204" pitchFamily="34" charset="0"/>
            </a:endParaRPr>
          </a:p>
          <a:p>
            <a:pPr marL="0" indent="0">
              <a:buNone/>
            </a:pPr>
            <a:r>
              <a:rPr lang="en-US" sz="1300" dirty="0">
                <a:latin typeface="+mn-lt"/>
                <a:cs typeface="Calibri" panose="020F0502020204030204" pitchFamily="34" charset="0"/>
              </a:rPr>
              <a:t>Beyond those three, Power BI also features two other elements:</a:t>
            </a:r>
          </a:p>
          <a:p>
            <a:r>
              <a:rPr lang="en-US" sz="1300" b="1" dirty="0">
                <a:latin typeface="+mn-lt"/>
                <a:cs typeface="Calibri" panose="020F0502020204030204" pitchFamily="34" charset="0"/>
              </a:rPr>
              <a:t>Power BI Report Builder</a:t>
            </a:r>
            <a:r>
              <a:rPr lang="en-US" sz="1300" dirty="0">
                <a:latin typeface="+mn-lt"/>
                <a:cs typeface="Calibri" panose="020F0502020204030204" pitchFamily="34" charset="0"/>
              </a:rPr>
              <a:t>, for creating paginated reports to share in the Power BI service.</a:t>
            </a:r>
          </a:p>
          <a:p>
            <a:r>
              <a:rPr lang="en-US" sz="1300" b="1" dirty="0">
                <a:latin typeface="+mn-lt"/>
                <a:cs typeface="Calibri" panose="020F0502020204030204" pitchFamily="34" charset="0"/>
              </a:rPr>
              <a:t>Power BI Report Server</a:t>
            </a:r>
            <a:r>
              <a:rPr lang="en-US" sz="1300" dirty="0">
                <a:latin typeface="+mn-lt"/>
                <a:cs typeface="Calibri" panose="020F0502020204030204" pitchFamily="34" charset="0"/>
              </a:rPr>
              <a:t>, an on-premises report server where you can publish your Power BI reports, after creating them in Power BI Desktop.</a:t>
            </a:r>
          </a:p>
          <a:p>
            <a:endParaRPr lang="en-US" sz="1300" dirty="0">
              <a:latin typeface="+mn-lt"/>
              <a:cs typeface="Calibri" panose="020F0502020204030204" pitchFamily="34" charset="0"/>
            </a:endParaRPr>
          </a:p>
          <a:p>
            <a:pPr marL="0" indent="0">
              <a:buNone/>
            </a:pPr>
            <a:r>
              <a:rPr lang="en-US" sz="1500" b="1" dirty="0"/>
              <a:t>Licenses </a:t>
            </a:r>
            <a:r>
              <a:rPr lang="en-US" sz="1500" dirty="0"/>
              <a:t>(</a:t>
            </a:r>
            <a:r>
              <a:rPr lang="en-US" sz="1500" dirty="0">
                <a:hlinkClick r:id="rId4"/>
              </a:rPr>
              <a:t>Reference</a:t>
            </a:r>
            <a:r>
              <a:rPr lang="en-US" sz="1500" dirty="0"/>
              <a:t>)</a:t>
            </a:r>
          </a:p>
          <a:p>
            <a:r>
              <a:rPr lang="en-US" sz="1300" dirty="0">
                <a:latin typeface="+mn-lt"/>
                <a:cs typeface="Calibri" panose="020F0502020204030204" pitchFamily="34" charset="0"/>
              </a:rPr>
              <a:t>Power BI per-user licenses: </a:t>
            </a:r>
          </a:p>
          <a:p>
            <a:pPr lvl="1"/>
            <a:r>
              <a:rPr lang="en-US" sz="1100" dirty="0">
                <a:latin typeface="+mn-lt"/>
                <a:cs typeface="Calibri" panose="020F0502020204030204" pitchFamily="34" charset="0"/>
              </a:rPr>
              <a:t>Free</a:t>
            </a:r>
          </a:p>
          <a:p>
            <a:pPr lvl="1"/>
            <a:r>
              <a:rPr lang="en-US" sz="1100" dirty="0">
                <a:latin typeface="+mn-lt"/>
                <a:cs typeface="Calibri" panose="020F0502020204030204" pitchFamily="34" charset="0"/>
              </a:rPr>
              <a:t>Pro</a:t>
            </a:r>
          </a:p>
          <a:p>
            <a:pPr lvl="1"/>
            <a:r>
              <a:rPr lang="en-US" sz="1100" dirty="0">
                <a:latin typeface="+mn-lt"/>
                <a:cs typeface="Calibri" panose="020F0502020204030204" pitchFamily="34" charset="0"/>
              </a:rPr>
              <a:t>Premium Per User (PPU).</a:t>
            </a:r>
          </a:p>
          <a:p>
            <a:r>
              <a:rPr lang="en-US" sz="1300" dirty="0">
                <a:latin typeface="+mn-lt"/>
                <a:cs typeface="Calibri" panose="020F0502020204030204" pitchFamily="34" charset="0"/>
              </a:rPr>
              <a:t>Premium capacity-based license</a:t>
            </a:r>
          </a:p>
          <a:p>
            <a:pPr lvl="1"/>
            <a:r>
              <a:rPr lang="en-US" sz="1100" dirty="0">
                <a:latin typeface="+mn-lt"/>
                <a:cs typeface="Calibri" panose="020F0502020204030204" pitchFamily="34" charset="0"/>
              </a:rPr>
              <a:t>PPU and Pro users with access to a </a:t>
            </a:r>
            <a:r>
              <a:rPr lang="en-US" sz="1100" dirty="0">
                <a:latin typeface="+mn-lt"/>
                <a:cs typeface="Calibri" panose="020F0502020204030204" pitchFamily="34" charset="0"/>
                <a:hlinkClick r:id="rId5">
                  <a:extLst>
                    <a:ext uri="{A12FA001-AC4F-418D-AE19-62706E023703}">
                      <ahyp:hlinkClr xmlns:ahyp="http://schemas.microsoft.com/office/drawing/2018/hyperlinkcolor" val="tx"/>
                    </a:ext>
                  </a:extLst>
                </a:hlinkClick>
              </a:rPr>
              <a:t>Power BI Premium</a:t>
            </a:r>
            <a:r>
              <a:rPr lang="en-US" sz="1100" dirty="0">
                <a:latin typeface="+mn-lt"/>
                <a:cs typeface="Calibri" panose="020F0502020204030204" pitchFamily="34" charset="0"/>
              </a:rPr>
              <a:t> capacity-based license, can create content in workspaces that are assigned to Premium capacity. PPU and Pro users can then grant colleagues, including free users, access to those Premium workspaces.</a:t>
            </a:r>
          </a:p>
        </p:txBody>
      </p:sp>
    </p:spTree>
    <p:extLst>
      <p:ext uri="{BB962C8B-B14F-4D97-AF65-F5344CB8AC3E}">
        <p14:creationId xmlns:p14="http://schemas.microsoft.com/office/powerpoint/2010/main" val="2236351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E1FB9-36C6-7057-D8FF-4F6D02504F22}"/>
              </a:ext>
            </a:extLst>
          </p:cNvPr>
          <p:cNvSpPr>
            <a:spLocks noGrp="1"/>
          </p:cNvSpPr>
          <p:nvPr>
            <p:ph type="title"/>
          </p:nvPr>
        </p:nvSpPr>
        <p:spPr/>
        <p:txBody>
          <a:bodyPr/>
          <a:lstStyle/>
          <a:p>
            <a:r>
              <a:rPr lang="en-US"/>
              <a:t>Introduction to Power BI</a:t>
            </a:r>
          </a:p>
        </p:txBody>
      </p:sp>
      <p:graphicFrame>
        <p:nvGraphicFramePr>
          <p:cNvPr id="5" name="Table 4">
            <a:extLst>
              <a:ext uri="{FF2B5EF4-FFF2-40B4-BE49-F238E27FC236}">
                <a16:creationId xmlns:a16="http://schemas.microsoft.com/office/drawing/2014/main" id="{99B49B29-A8C9-FE0F-1594-EDE1B0AACE2B}"/>
              </a:ext>
            </a:extLst>
          </p:cNvPr>
          <p:cNvGraphicFramePr>
            <a:graphicFrameLocks noGrp="1"/>
          </p:cNvGraphicFramePr>
          <p:nvPr>
            <p:extLst>
              <p:ext uri="{D42A27DB-BD31-4B8C-83A1-F6EECF244321}">
                <p14:modId xmlns:p14="http://schemas.microsoft.com/office/powerpoint/2010/main" val="1190321837"/>
              </p:ext>
            </p:extLst>
          </p:nvPr>
        </p:nvGraphicFramePr>
        <p:xfrm>
          <a:off x="909763" y="1617504"/>
          <a:ext cx="10460602" cy="3063874"/>
        </p:xfrm>
        <a:graphic>
          <a:graphicData uri="http://schemas.openxmlformats.org/drawingml/2006/table">
            <a:tbl>
              <a:tblPr>
                <a:tableStyleId>{5C22544A-7EE6-4342-B048-85BDC9FD1C3A}</a:tableStyleId>
              </a:tblPr>
              <a:tblGrid>
                <a:gridCol w="823621">
                  <a:extLst>
                    <a:ext uri="{9D8B030D-6E8A-4147-A177-3AD203B41FA5}">
                      <a16:colId xmlns:a16="http://schemas.microsoft.com/office/drawing/2014/main" val="3632280822"/>
                    </a:ext>
                  </a:extLst>
                </a:gridCol>
                <a:gridCol w="1741336">
                  <a:extLst>
                    <a:ext uri="{9D8B030D-6E8A-4147-A177-3AD203B41FA5}">
                      <a16:colId xmlns:a16="http://schemas.microsoft.com/office/drawing/2014/main" val="4114995558"/>
                    </a:ext>
                  </a:extLst>
                </a:gridCol>
                <a:gridCol w="6400800">
                  <a:extLst>
                    <a:ext uri="{9D8B030D-6E8A-4147-A177-3AD203B41FA5}">
                      <a16:colId xmlns:a16="http://schemas.microsoft.com/office/drawing/2014/main" val="2586488612"/>
                    </a:ext>
                  </a:extLst>
                </a:gridCol>
                <a:gridCol w="1494845">
                  <a:extLst>
                    <a:ext uri="{9D8B030D-6E8A-4147-A177-3AD203B41FA5}">
                      <a16:colId xmlns:a16="http://schemas.microsoft.com/office/drawing/2014/main" val="3663438015"/>
                    </a:ext>
                  </a:extLst>
                </a:gridCol>
              </a:tblGrid>
              <a:tr h="180963">
                <a:tc>
                  <a:txBody>
                    <a:bodyPr/>
                    <a:lstStyle/>
                    <a:p>
                      <a:pPr algn="l" fontAlgn="b"/>
                      <a:r>
                        <a:rPr lang="en-US" sz="1200" b="1" i="0" u="none" strike="noStrike">
                          <a:solidFill>
                            <a:srgbClr val="000000"/>
                          </a:solidFill>
                          <a:effectLst/>
                          <a:latin typeface="Calibri" panose="020F0502020204030204" pitchFamily="34" charset="0"/>
                        </a:rPr>
                        <a:t>Feature</a:t>
                      </a:r>
                    </a:p>
                  </a:txBody>
                  <a:tcPr marL="9525" marR="9525" marT="9525" marB="0" anchor="b"/>
                </a:tc>
                <a:tc>
                  <a:txBody>
                    <a:bodyPr/>
                    <a:lstStyle/>
                    <a:p>
                      <a:pPr algn="l" fontAlgn="b"/>
                      <a:r>
                        <a:rPr lang="en-US" sz="1200" b="1" i="0" u="none" strike="noStrike">
                          <a:solidFill>
                            <a:srgbClr val="000000"/>
                          </a:solidFill>
                          <a:effectLst/>
                          <a:latin typeface="Calibri" panose="020F0502020204030204" pitchFamily="34" charset="0"/>
                        </a:rPr>
                        <a:t>Name</a:t>
                      </a:r>
                    </a:p>
                  </a:txBody>
                  <a:tcPr marL="9525" marR="9525" marT="9525" marB="0" anchor="b"/>
                </a:tc>
                <a:tc>
                  <a:txBody>
                    <a:bodyPr/>
                    <a:lstStyle/>
                    <a:p>
                      <a:pPr algn="l" fontAlgn="b"/>
                      <a:r>
                        <a:rPr lang="en-US" sz="1200" b="1" i="0" u="none" strike="noStrike">
                          <a:solidFill>
                            <a:srgbClr val="000000"/>
                          </a:solidFill>
                          <a:effectLst/>
                          <a:latin typeface="Calibri" panose="020F0502020204030204" pitchFamily="34" charset="0"/>
                        </a:rPr>
                        <a:t>Description</a:t>
                      </a:r>
                    </a:p>
                  </a:txBody>
                  <a:tcPr marL="9525" marR="9525" marT="9525" marB="0" anchor="b"/>
                </a:tc>
                <a:tc>
                  <a:txBody>
                    <a:bodyPr/>
                    <a:lstStyle/>
                    <a:p>
                      <a:pPr algn="l" fontAlgn="b"/>
                      <a:r>
                        <a:rPr lang="en-US" sz="1050" b="1" i="0" u="none" strike="noStrike">
                          <a:solidFill>
                            <a:srgbClr val="000000"/>
                          </a:solidFill>
                          <a:effectLst/>
                          <a:latin typeface="Calibri" panose="020F0502020204030204" pitchFamily="34" charset="0"/>
                        </a:rPr>
                        <a:t>Comments</a:t>
                      </a:r>
                    </a:p>
                  </a:txBody>
                  <a:tcPr marL="8641" marR="8641" marT="8641" marB="0" anchor="b"/>
                </a:tc>
                <a:extLst>
                  <a:ext uri="{0D108BD9-81ED-4DB2-BD59-A6C34878D82A}">
                    <a16:rowId xmlns:a16="http://schemas.microsoft.com/office/drawing/2014/main" val="2337412466"/>
                  </a:ext>
                </a:extLst>
              </a:tr>
              <a:tr h="145040">
                <a:tc rowSpan="5">
                  <a:txBody>
                    <a:bodyPr/>
                    <a:lstStyle/>
                    <a:p>
                      <a:pPr algn="l" fontAlgn="ctr"/>
                      <a:r>
                        <a:rPr lang="en-US" sz="1050" u="none" strike="noStrike">
                          <a:effectLst/>
                        </a:rPr>
                        <a:t>Elements</a:t>
                      </a:r>
                      <a:endParaRPr lang="en-US" sz="1050" b="0" i="0" u="none" strike="noStrike">
                        <a:solidFill>
                          <a:srgbClr val="000000"/>
                        </a:solidFill>
                        <a:effectLst/>
                        <a:latin typeface="Calibri" panose="020F0502020204030204" pitchFamily="34" charset="0"/>
                      </a:endParaRPr>
                    </a:p>
                  </a:txBody>
                  <a:tcPr marL="8641" marR="8641" marT="8641" marB="0" anchor="ctr"/>
                </a:tc>
                <a:tc>
                  <a:txBody>
                    <a:bodyPr/>
                    <a:lstStyle/>
                    <a:p>
                      <a:pPr algn="l" fontAlgn="b"/>
                      <a:r>
                        <a:rPr lang="en-US" sz="1050" u="none" strike="noStrike">
                          <a:effectLst/>
                        </a:rPr>
                        <a:t>Power BI Service</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Cloud application to view and create reports on web</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62505825"/>
                  </a:ext>
                </a:extLst>
              </a:tr>
              <a:tr h="182096">
                <a:tc vMerge="1">
                  <a:txBody>
                    <a:bodyPr/>
                    <a:lstStyle/>
                    <a:p>
                      <a:endParaRPr lang="en-US"/>
                    </a:p>
                  </a:txBody>
                  <a:tcPr/>
                </a:tc>
                <a:tc>
                  <a:txBody>
                    <a:bodyPr/>
                    <a:lstStyle/>
                    <a:p>
                      <a:pPr algn="l" fontAlgn="b"/>
                      <a:r>
                        <a:rPr lang="en-US" sz="1050" u="none" strike="noStrike">
                          <a:effectLst/>
                        </a:rPr>
                        <a:t>Power BI Desktop</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Desktop application to create, view </a:t>
                      </a:r>
                      <a:r>
                        <a:rPr lang="en-US" sz="1050" u="none" strike="noStrike" err="1">
                          <a:effectLst/>
                        </a:rPr>
                        <a:t>datasources</a:t>
                      </a:r>
                      <a:r>
                        <a:rPr lang="en-US" sz="1050" u="none" strike="noStrike">
                          <a:effectLst/>
                        </a:rPr>
                        <a:t> and reports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3721347555"/>
                  </a:ext>
                </a:extLst>
              </a:tr>
              <a:tr h="115786">
                <a:tc vMerge="1">
                  <a:txBody>
                    <a:bodyPr/>
                    <a:lstStyle/>
                    <a:p>
                      <a:endParaRPr lang="en-US"/>
                    </a:p>
                  </a:txBody>
                  <a:tcPr/>
                </a:tc>
                <a:tc>
                  <a:txBody>
                    <a:bodyPr/>
                    <a:lstStyle/>
                    <a:p>
                      <a:pPr algn="l" fontAlgn="b"/>
                      <a:r>
                        <a:rPr lang="en-US" sz="1050" u="none" strike="noStrike">
                          <a:effectLst/>
                        </a:rPr>
                        <a:t>Power BI Mobile</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mobile apps for Windows, iOS, and Android devices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418976548"/>
                  </a:ext>
                </a:extLst>
              </a:tr>
              <a:tr h="181551">
                <a:tc vMerge="1">
                  <a:txBody>
                    <a:bodyPr/>
                    <a:lstStyle/>
                    <a:p>
                      <a:endParaRPr lang="en-US"/>
                    </a:p>
                  </a:txBody>
                  <a:tcPr/>
                </a:tc>
                <a:tc>
                  <a:txBody>
                    <a:bodyPr/>
                    <a:lstStyle/>
                    <a:p>
                      <a:pPr algn="l" fontAlgn="b"/>
                      <a:r>
                        <a:rPr lang="en-US" sz="1050" u="none" strike="noStrike">
                          <a:effectLst/>
                        </a:rPr>
                        <a:t>Power BI Report Builder</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kern="1200">
                          <a:solidFill>
                            <a:schemeClr val="dk1"/>
                          </a:solidFill>
                          <a:effectLst/>
                          <a:latin typeface="+mn-lt"/>
                          <a:ea typeface="+mn-ea"/>
                          <a:cs typeface="+mn-cs"/>
                        </a:rPr>
                        <a:t>for creating paginated reports to share in the Power BI service</a:t>
                      </a: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1996143669"/>
                  </a:ext>
                </a:extLst>
              </a:tr>
              <a:tr h="165750">
                <a:tc vMerge="1">
                  <a:txBody>
                    <a:bodyPr/>
                    <a:lstStyle/>
                    <a:p>
                      <a:endParaRPr lang="en-US"/>
                    </a:p>
                  </a:txBody>
                  <a:tcPr/>
                </a:tc>
                <a:tc>
                  <a:txBody>
                    <a:bodyPr/>
                    <a:lstStyle/>
                    <a:p>
                      <a:pPr algn="l" fontAlgn="b"/>
                      <a:r>
                        <a:rPr lang="en-US" sz="1050" u="none" strike="noStrike">
                          <a:effectLst/>
                        </a:rPr>
                        <a:t>Power BI Report Server</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kern="1200">
                          <a:solidFill>
                            <a:schemeClr val="dk1"/>
                          </a:solidFill>
                          <a:effectLst/>
                          <a:latin typeface="+mn-lt"/>
                          <a:ea typeface="+mn-ea"/>
                          <a:cs typeface="+mn-cs"/>
                        </a:rPr>
                        <a:t>on-premises report server where you can publish your Power BI reports, after creating them in Power BI Desktop</a:t>
                      </a: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2150949342"/>
                  </a:ext>
                </a:extLst>
              </a:tr>
              <a:tr h="172818">
                <a:tc rowSpan="4">
                  <a:txBody>
                    <a:bodyPr/>
                    <a:lstStyle/>
                    <a:p>
                      <a:pPr algn="l" fontAlgn="ctr"/>
                      <a:r>
                        <a:rPr lang="en-US" sz="1050" u="none" strike="noStrike">
                          <a:effectLst/>
                        </a:rPr>
                        <a:t>Licenses</a:t>
                      </a:r>
                      <a:endParaRPr lang="en-US" sz="1050" b="0" i="0" u="none" strike="noStrike">
                        <a:solidFill>
                          <a:srgbClr val="000000"/>
                        </a:solidFill>
                        <a:effectLst/>
                        <a:latin typeface="Calibri" panose="020F0502020204030204" pitchFamily="34" charset="0"/>
                      </a:endParaRPr>
                    </a:p>
                  </a:txBody>
                  <a:tcPr marL="8641" marR="8641" marT="8641" marB="0" anchor="ctr"/>
                </a:tc>
                <a:tc>
                  <a:txBody>
                    <a:bodyPr/>
                    <a:lstStyle/>
                    <a:p>
                      <a:pPr algn="l" fontAlgn="b"/>
                      <a:r>
                        <a:rPr lang="en-US" sz="1050" u="none" strike="noStrike">
                          <a:effectLst/>
                        </a:rPr>
                        <a:t>Free</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Desktop access for creating dashboards but can't be shared/published via service</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4086258509"/>
                  </a:ext>
                </a:extLst>
              </a:tr>
              <a:tr h="172818">
                <a:tc vMerge="1">
                  <a:txBody>
                    <a:bodyPr/>
                    <a:lstStyle/>
                    <a:p>
                      <a:endParaRPr lang="en-US"/>
                    </a:p>
                  </a:txBody>
                  <a:tcPr/>
                </a:tc>
                <a:tc>
                  <a:txBody>
                    <a:bodyPr/>
                    <a:lstStyle/>
                    <a:p>
                      <a:pPr algn="l" fontAlgn="b"/>
                      <a:r>
                        <a:rPr lang="en-US" sz="1050" u="none" strike="noStrike">
                          <a:effectLst/>
                        </a:rPr>
                        <a:t>Pro</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Access to publish and share through service with other Pro users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2534635480"/>
                  </a:ext>
                </a:extLst>
              </a:tr>
              <a:tr h="171199">
                <a:tc vMerge="1">
                  <a:txBody>
                    <a:bodyPr/>
                    <a:lstStyle/>
                    <a:p>
                      <a:endParaRPr lang="en-US"/>
                    </a:p>
                  </a:txBody>
                  <a:tcPr/>
                </a:tc>
                <a:tc>
                  <a:txBody>
                    <a:bodyPr/>
                    <a:lstStyle/>
                    <a:p>
                      <a:pPr algn="l" fontAlgn="b"/>
                      <a:r>
                        <a:rPr lang="en-US" sz="1050" u="none" strike="noStrike">
                          <a:effectLst/>
                        </a:rPr>
                        <a:t>Premium Per User</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Access to publish and share through service with any user, with some more additional features on capacity and exports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4154659611"/>
                  </a:ext>
                </a:extLst>
              </a:tr>
              <a:tr h="181746">
                <a:tc vMerge="1">
                  <a:txBody>
                    <a:bodyPr/>
                    <a:lstStyle/>
                    <a:p>
                      <a:endParaRPr lang="en-US"/>
                    </a:p>
                  </a:txBody>
                  <a:tcPr/>
                </a:tc>
                <a:tc>
                  <a:txBody>
                    <a:bodyPr/>
                    <a:lstStyle/>
                    <a:p>
                      <a:pPr algn="l" fontAlgn="b"/>
                      <a:r>
                        <a:rPr lang="en-US" sz="1050" u="none" strike="noStrike">
                          <a:effectLst/>
                        </a:rPr>
                        <a:t>Premium Capacity Workspace</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Workspace is built with Premium capacity, allowing all users of the Environment to have Premium capacity</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 </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3396095562"/>
                  </a:ext>
                </a:extLst>
              </a:tr>
              <a:tr h="143124">
                <a:tc rowSpan="4">
                  <a:txBody>
                    <a:bodyPr/>
                    <a:lstStyle/>
                    <a:p>
                      <a:pPr algn="l" fontAlgn="ctr"/>
                      <a:r>
                        <a:rPr lang="en-US" sz="1050" u="none" strike="noStrike">
                          <a:effectLst/>
                        </a:rPr>
                        <a:t>Components</a:t>
                      </a:r>
                      <a:endParaRPr lang="en-US" sz="1050" b="0" i="0" u="none" strike="noStrike">
                        <a:solidFill>
                          <a:srgbClr val="000000"/>
                        </a:solidFill>
                        <a:effectLst/>
                        <a:latin typeface="Calibri" panose="020F0502020204030204" pitchFamily="34" charset="0"/>
                      </a:endParaRPr>
                    </a:p>
                  </a:txBody>
                  <a:tcPr marL="8641" marR="8641" marT="8641" marB="0" anchor="ctr"/>
                </a:tc>
                <a:tc>
                  <a:txBody>
                    <a:bodyPr/>
                    <a:lstStyle/>
                    <a:p>
                      <a:pPr algn="l" fontAlgn="b"/>
                      <a:r>
                        <a:rPr lang="en-US" sz="1050" u="none" strike="noStrike">
                          <a:effectLst/>
                        </a:rPr>
                        <a:t>Dashboard</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Cloud only feature to create Dashboards by pinning the various Reports into a common view</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Desktop and Cloud</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2017082098"/>
                  </a:ext>
                </a:extLst>
              </a:tr>
              <a:tr h="172818">
                <a:tc vMerge="1">
                  <a:txBody>
                    <a:bodyPr/>
                    <a:lstStyle/>
                    <a:p>
                      <a:endParaRPr lang="en-US"/>
                    </a:p>
                  </a:txBody>
                  <a:tcPr/>
                </a:tc>
                <a:tc>
                  <a:txBody>
                    <a:bodyPr/>
                    <a:lstStyle/>
                    <a:p>
                      <a:pPr algn="l" fontAlgn="b"/>
                      <a:r>
                        <a:rPr lang="en-US" sz="1050" u="none" strike="noStrike">
                          <a:effectLst/>
                        </a:rPr>
                        <a:t>Reports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Collection of one or more Pages containing one or more visualizations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Desktop and Cloud</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2127767121"/>
                  </a:ext>
                </a:extLst>
              </a:tr>
              <a:tr h="0">
                <a:tc vMerge="1">
                  <a:txBody>
                    <a:bodyPr/>
                    <a:lstStyle/>
                    <a:p>
                      <a:endParaRPr lang="en-US"/>
                    </a:p>
                  </a:txBody>
                  <a:tcPr/>
                </a:tc>
                <a:tc>
                  <a:txBody>
                    <a:bodyPr/>
                    <a:lstStyle/>
                    <a:p>
                      <a:pPr algn="l" fontAlgn="b"/>
                      <a:r>
                        <a:rPr lang="en-US" sz="1050" u="none" strike="noStrike">
                          <a:effectLst/>
                        </a:rPr>
                        <a:t>Datasets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Live/Extract connection to the source data</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Create on Desktop only</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516068525"/>
                  </a:ext>
                </a:extLst>
              </a:tr>
              <a:tr h="160547">
                <a:tc vMerge="1">
                  <a:txBody>
                    <a:bodyPr/>
                    <a:lstStyle/>
                    <a:p>
                      <a:endParaRPr lang="en-US"/>
                    </a:p>
                  </a:txBody>
                  <a:tcPr/>
                </a:tc>
                <a:tc>
                  <a:txBody>
                    <a:bodyPr/>
                    <a:lstStyle/>
                    <a:p>
                      <a:pPr algn="l" fontAlgn="b"/>
                      <a:r>
                        <a:rPr lang="en-US" sz="1050" u="none" strike="noStrike">
                          <a:effectLst/>
                        </a:rPr>
                        <a:t>Paginated Reports</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Live/Extract connection to the source data</a:t>
                      </a:r>
                      <a:endParaRPr lang="en-US" sz="1050" b="0" i="0" u="none" strike="noStrike">
                        <a:solidFill>
                          <a:srgbClr val="000000"/>
                        </a:solidFill>
                        <a:effectLst/>
                        <a:latin typeface="Calibri" panose="020F0502020204030204" pitchFamily="34" charset="0"/>
                      </a:endParaRPr>
                    </a:p>
                  </a:txBody>
                  <a:tcPr marL="8641" marR="8641" marT="8641" marB="0" anchor="b"/>
                </a:tc>
                <a:tc>
                  <a:txBody>
                    <a:bodyPr/>
                    <a:lstStyle/>
                    <a:p>
                      <a:pPr algn="l" fontAlgn="b"/>
                      <a:r>
                        <a:rPr lang="en-US" sz="1050" u="none" strike="noStrike">
                          <a:effectLst/>
                        </a:rPr>
                        <a:t>Report Builder and Cloud</a:t>
                      </a:r>
                      <a:endParaRPr lang="en-US" sz="1050" b="0" i="0" u="none" strike="noStrike">
                        <a:solidFill>
                          <a:srgbClr val="000000"/>
                        </a:solidFill>
                        <a:effectLst/>
                        <a:latin typeface="Calibri" panose="020F0502020204030204" pitchFamily="34" charset="0"/>
                      </a:endParaRPr>
                    </a:p>
                  </a:txBody>
                  <a:tcPr marL="8641" marR="8641" marT="8641" marB="0" anchor="b"/>
                </a:tc>
                <a:extLst>
                  <a:ext uri="{0D108BD9-81ED-4DB2-BD59-A6C34878D82A}">
                    <a16:rowId xmlns:a16="http://schemas.microsoft.com/office/drawing/2014/main" val="2389595958"/>
                  </a:ext>
                </a:extLst>
              </a:tr>
            </a:tbl>
          </a:graphicData>
        </a:graphic>
      </p:graphicFrame>
    </p:spTree>
    <p:extLst>
      <p:ext uri="{BB962C8B-B14F-4D97-AF65-F5344CB8AC3E}">
        <p14:creationId xmlns:p14="http://schemas.microsoft.com/office/powerpoint/2010/main" val="83449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1DD08-72A6-3D2D-8A2D-DE70E7EB5C86}"/>
              </a:ext>
            </a:extLst>
          </p:cNvPr>
          <p:cNvSpPr>
            <a:spLocks noGrp="1"/>
          </p:cNvSpPr>
          <p:nvPr>
            <p:ph idx="1"/>
          </p:nvPr>
        </p:nvSpPr>
        <p:spPr>
          <a:xfrm>
            <a:off x="0" y="1254793"/>
            <a:ext cx="11077575" cy="1529861"/>
          </a:xfrm>
        </p:spPr>
        <p:txBody>
          <a:bodyPr>
            <a:normAutofit lnSpcReduction="10000"/>
          </a:bodyPr>
          <a:lstStyle/>
          <a:p>
            <a:pPr lvl="2" fontAlgn="ctr">
              <a:spcBef>
                <a:spcPts val="0"/>
              </a:spcBef>
              <a:tabLst>
                <a:tab pos="1371600" algn="l"/>
              </a:tabLst>
            </a:pPr>
            <a:r>
              <a:rPr lang="en-US" sz="1200" dirty="0">
                <a:latin typeface="+mn-lt"/>
                <a:cs typeface="Calibri" panose="020F0502020204030204" pitchFamily="34" charset="0"/>
              </a:rPr>
              <a:t>Power BI (</a:t>
            </a:r>
            <a:r>
              <a:rPr lang="en-US" sz="1200" dirty="0">
                <a:latin typeface="+mn-lt"/>
                <a:cs typeface="Calibri" panose="020F0502020204030204" pitchFamily="34" charset="0"/>
                <a:hlinkClick r:id="rId2">
                  <a:extLst>
                    <a:ext uri="{A12FA001-AC4F-418D-AE19-62706E023703}">
                      <ahyp:hlinkClr xmlns:ahyp="http://schemas.microsoft.com/office/drawing/2018/hyperlinkcolor" val="tx"/>
                    </a:ext>
                  </a:extLst>
                </a:hlinkClick>
              </a:rPr>
              <a:t>Reference</a:t>
            </a:r>
            <a:r>
              <a:rPr lang="en-US" sz="1200" dirty="0">
                <a:latin typeface="+mn-lt"/>
                <a:cs typeface="Calibri" panose="020F0502020204030204" pitchFamily="34" charset="0"/>
              </a:rPr>
              <a:t>) </a:t>
            </a:r>
          </a:p>
          <a:p>
            <a:pPr lvl="3" fontAlgn="ctr">
              <a:spcBef>
                <a:spcPts val="0"/>
              </a:spcBef>
              <a:tabLst>
                <a:tab pos="1371600" algn="l"/>
              </a:tabLst>
            </a:pPr>
            <a:r>
              <a:rPr lang="en-US" sz="1200" dirty="0">
                <a:latin typeface="+mn-lt"/>
                <a:cs typeface="Calibri" panose="020F0502020204030204" pitchFamily="34" charset="0"/>
              </a:rPr>
              <a:t>collection of software services, apps, and connectors that work together to turn your unrelated sources of data into coherent, visually immersive, and interactive insights.</a:t>
            </a:r>
            <a:endParaRPr lang="en-IN" sz="1200" dirty="0">
              <a:latin typeface="+mn-lt"/>
              <a:cs typeface="Calibri" panose="020F0502020204030204" pitchFamily="34" charset="0"/>
            </a:endParaRPr>
          </a:p>
          <a:p>
            <a:pPr lvl="2" fontAlgn="ctr">
              <a:spcBef>
                <a:spcPts val="0"/>
              </a:spcBef>
              <a:tabLst>
                <a:tab pos="1371600" algn="l"/>
              </a:tabLst>
            </a:pPr>
            <a:r>
              <a:rPr lang="en-IN" sz="1200" dirty="0">
                <a:latin typeface="+mn-lt"/>
                <a:cs typeface="Calibri" panose="020F0502020204030204" pitchFamily="34" charset="0"/>
              </a:rPr>
              <a:t>Power BI Desktop (</a:t>
            </a:r>
            <a:r>
              <a:rPr lang="en-IN" sz="1200" dirty="0">
                <a:latin typeface="+mn-lt"/>
                <a:cs typeface="Calibri" panose="020F0502020204030204" pitchFamily="34" charset="0"/>
                <a:hlinkClick r:id="rId3"/>
              </a:rPr>
              <a:t>Download Link</a:t>
            </a:r>
            <a:r>
              <a:rPr lang="en-IN" sz="1200" dirty="0">
                <a:latin typeface="+mn-lt"/>
                <a:cs typeface="Calibri" panose="020F0502020204030204" pitchFamily="34" charset="0"/>
              </a:rPr>
              <a:t>)</a:t>
            </a:r>
          </a:p>
          <a:p>
            <a:pPr lvl="3" fontAlgn="ctr">
              <a:spcBef>
                <a:spcPts val="0"/>
              </a:spcBef>
              <a:tabLst>
                <a:tab pos="1371600" algn="l"/>
              </a:tabLst>
            </a:pPr>
            <a:r>
              <a:rPr lang="en-US" sz="1200" dirty="0">
                <a:latin typeface="+mn-lt"/>
                <a:cs typeface="Calibri" panose="020F0502020204030204" pitchFamily="34" charset="0"/>
              </a:rPr>
              <a:t>Desktop application to create, view </a:t>
            </a:r>
            <a:r>
              <a:rPr lang="en-US" sz="1200" dirty="0" err="1">
                <a:latin typeface="+mn-lt"/>
                <a:cs typeface="Calibri" panose="020F0502020204030204" pitchFamily="34" charset="0"/>
              </a:rPr>
              <a:t>datasources</a:t>
            </a:r>
            <a:r>
              <a:rPr lang="en-US" sz="1200" dirty="0">
                <a:latin typeface="+mn-lt"/>
                <a:cs typeface="Calibri" panose="020F0502020204030204" pitchFamily="34" charset="0"/>
              </a:rPr>
              <a:t> and reports</a:t>
            </a:r>
          </a:p>
          <a:p>
            <a:pPr lvl="2" fontAlgn="ctr">
              <a:spcBef>
                <a:spcPts val="0"/>
              </a:spcBef>
              <a:tabLst>
                <a:tab pos="1371600" algn="l"/>
              </a:tabLst>
            </a:pPr>
            <a:r>
              <a:rPr lang="en-IN" sz="1200" dirty="0">
                <a:latin typeface="+mn-lt"/>
                <a:cs typeface="Calibri" panose="020F0502020204030204" pitchFamily="34" charset="0"/>
              </a:rPr>
              <a:t>Power BI Service (</a:t>
            </a:r>
            <a:r>
              <a:rPr lang="en-IN" sz="1200" dirty="0">
                <a:latin typeface="+mn-lt"/>
                <a:cs typeface="Calibri" panose="020F0502020204030204" pitchFamily="34" charset="0"/>
                <a:hlinkClick r:id="rId4"/>
              </a:rPr>
              <a:t>Login Link</a:t>
            </a:r>
            <a:r>
              <a:rPr lang="en-IN" sz="1200" dirty="0">
                <a:latin typeface="+mn-lt"/>
                <a:cs typeface="Calibri" panose="020F0502020204030204" pitchFamily="34" charset="0"/>
              </a:rPr>
              <a:t>)</a:t>
            </a:r>
          </a:p>
          <a:p>
            <a:pPr lvl="3" fontAlgn="ctr">
              <a:spcBef>
                <a:spcPts val="0"/>
              </a:spcBef>
              <a:tabLst>
                <a:tab pos="1371600" algn="l"/>
              </a:tabLst>
            </a:pPr>
            <a:r>
              <a:rPr lang="en-US" sz="1200" dirty="0">
                <a:latin typeface="+mn-lt"/>
                <a:cs typeface="Calibri" panose="020F0502020204030204" pitchFamily="34" charset="0"/>
              </a:rPr>
              <a:t>Power BI Web application that can be accessed by logging in to a Web browser.</a:t>
            </a:r>
          </a:p>
          <a:p>
            <a:pPr lvl="2" fontAlgn="ctr">
              <a:spcBef>
                <a:spcPts val="0"/>
              </a:spcBef>
              <a:tabLst>
                <a:tab pos="1371600" algn="l"/>
              </a:tabLst>
            </a:pPr>
            <a:r>
              <a:rPr lang="en-IN" sz="1200" dirty="0">
                <a:latin typeface="+mn-lt"/>
                <a:cs typeface="Calibri" panose="020F0502020204030204" pitchFamily="34" charset="0"/>
              </a:rPr>
              <a:t>Power BI Mobile</a:t>
            </a:r>
          </a:p>
          <a:p>
            <a:pPr lvl="3" fontAlgn="ctr">
              <a:spcBef>
                <a:spcPts val="0"/>
              </a:spcBef>
              <a:tabLst>
                <a:tab pos="1371600" algn="l"/>
              </a:tabLst>
            </a:pPr>
            <a:r>
              <a:rPr lang="en-US" sz="1200" dirty="0">
                <a:latin typeface="+mn-lt"/>
                <a:cs typeface="Calibri" panose="020F0502020204030204" pitchFamily="34" charset="0"/>
              </a:rPr>
              <a:t>Power BI Mobile apps for Windows, iOS, and Android devices.</a:t>
            </a:r>
            <a:endParaRPr lang="en-IN" sz="1200" dirty="0">
              <a:latin typeface="+mn-lt"/>
              <a:cs typeface="Calibri" panose="020F0502020204030204" pitchFamily="34" charset="0"/>
            </a:endParaRPr>
          </a:p>
        </p:txBody>
      </p:sp>
      <p:sp>
        <p:nvSpPr>
          <p:cNvPr id="3" name="Title 2">
            <a:extLst>
              <a:ext uri="{FF2B5EF4-FFF2-40B4-BE49-F238E27FC236}">
                <a16:creationId xmlns:a16="http://schemas.microsoft.com/office/drawing/2014/main" id="{439A1AEE-3A51-7DDE-88AF-BF3F89877A8B}"/>
              </a:ext>
            </a:extLst>
          </p:cNvPr>
          <p:cNvSpPr>
            <a:spLocks noGrp="1"/>
          </p:cNvSpPr>
          <p:nvPr>
            <p:ph type="title"/>
          </p:nvPr>
        </p:nvSpPr>
        <p:spPr/>
        <p:txBody>
          <a:bodyPr/>
          <a:lstStyle/>
          <a:p>
            <a:r>
              <a:rPr lang="en-US" sz="3200" b="1">
                <a:latin typeface="+mn-lt"/>
                <a:cs typeface="Calibri" panose="020F0502020204030204" pitchFamily="34" charset="0"/>
              </a:rPr>
              <a:t>Introduction to Power BI</a:t>
            </a:r>
            <a:endParaRPr lang="en-US" sz="3200">
              <a:latin typeface="+mn-lt"/>
              <a:cs typeface="Calibri" panose="020F0502020204030204" pitchFamily="34" charset="0"/>
            </a:endParaRPr>
          </a:p>
        </p:txBody>
      </p:sp>
      <p:pic>
        <p:nvPicPr>
          <p:cNvPr id="5122" name="Picture 2" descr="Screenshot of Diagram of Power BI Desktop, Service, and Mobile showing their integration.">
            <a:extLst>
              <a:ext uri="{FF2B5EF4-FFF2-40B4-BE49-F238E27FC236}">
                <a16:creationId xmlns:a16="http://schemas.microsoft.com/office/drawing/2014/main" id="{9F3D6154-56C6-221C-B930-08891269FE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1377" y="2784655"/>
            <a:ext cx="7812736" cy="3906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550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1DD08-72A6-3D2D-8A2D-DE70E7EB5C86}"/>
              </a:ext>
            </a:extLst>
          </p:cNvPr>
          <p:cNvSpPr>
            <a:spLocks noGrp="1"/>
          </p:cNvSpPr>
          <p:nvPr>
            <p:ph idx="1"/>
          </p:nvPr>
        </p:nvSpPr>
        <p:spPr>
          <a:xfrm>
            <a:off x="0" y="1308122"/>
            <a:ext cx="6782463" cy="5021115"/>
          </a:xfrm>
        </p:spPr>
        <p:txBody>
          <a:bodyPr>
            <a:normAutofit lnSpcReduction="10000"/>
          </a:bodyPr>
          <a:lstStyle/>
          <a:p>
            <a:pPr lvl="2" fontAlgn="ctr">
              <a:lnSpc>
                <a:spcPct val="100000"/>
              </a:lnSpc>
              <a:spcBef>
                <a:spcPts val="0"/>
              </a:spcBef>
              <a:tabLst>
                <a:tab pos="1371600" algn="l"/>
              </a:tabLst>
            </a:pPr>
            <a:r>
              <a:rPr lang="en-IN" sz="1200" dirty="0">
                <a:latin typeface="+mn-lt"/>
                <a:cs typeface="Calibri" panose="020F0502020204030204" pitchFamily="34" charset="0"/>
              </a:rPr>
              <a:t>Workspace</a:t>
            </a:r>
          </a:p>
          <a:p>
            <a:pPr lvl="3" fontAlgn="ctr">
              <a:lnSpc>
                <a:spcPct val="100000"/>
              </a:lnSpc>
              <a:spcBef>
                <a:spcPts val="0"/>
              </a:spcBef>
              <a:tabLst>
                <a:tab pos="1371600" algn="l"/>
              </a:tabLst>
            </a:pPr>
            <a:r>
              <a:rPr lang="en-US" sz="1200" dirty="0">
                <a:latin typeface="+mn-lt"/>
                <a:cs typeface="Calibri" panose="020F0502020204030204" pitchFamily="34" charset="0"/>
              </a:rPr>
              <a:t>Containers for dashboards, reports, and datasets in Power BI. Users can collaborate on the content in any workspace except My workspace.</a:t>
            </a:r>
          </a:p>
          <a:p>
            <a:pPr lvl="2" fontAlgn="ctr">
              <a:lnSpc>
                <a:spcPct val="100000"/>
              </a:lnSpc>
              <a:spcBef>
                <a:spcPts val="0"/>
              </a:spcBef>
              <a:tabLst>
                <a:tab pos="1371600" algn="l"/>
              </a:tabLst>
            </a:pPr>
            <a:r>
              <a:rPr lang="en-IN" sz="1400" dirty="0">
                <a:latin typeface="+mn-lt"/>
                <a:cs typeface="Calibri" panose="020F0502020204030204" pitchFamily="34" charset="0"/>
              </a:rPr>
              <a:t>Report</a:t>
            </a:r>
            <a:endParaRPr lang="en-US" sz="1400" dirty="0">
              <a:latin typeface="+mn-lt"/>
              <a:cs typeface="Calibri" panose="020F0502020204030204" pitchFamily="34" charset="0"/>
            </a:endParaRPr>
          </a:p>
          <a:p>
            <a:pPr marL="1828800" marR="0" fontAlgn="ctr">
              <a:lnSpc>
                <a:spcPct val="100000"/>
              </a:lnSpc>
              <a:spcBef>
                <a:spcPts val="0"/>
              </a:spcBef>
              <a:spcAft>
                <a:spcPts val="0"/>
              </a:spcAft>
            </a:pPr>
            <a:r>
              <a:rPr lang="en-US" sz="1200" dirty="0">
                <a:latin typeface="+mn-lt"/>
                <a:cs typeface="Calibri" panose="020F0502020204030204" pitchFamily="34" charset="0"/>
              </a:rPr>
              <a:t>A multi-perspective view into a single dataset, with visualizations that represent different findings and insights from that dataset. Can have a single visualization or many, a single page or many pages.</a:t>
            </a:r>
          </a:p>
          <a:p>
            <a:pPr lvl="2" fontAlgn="ctr">
              <a:lnSpc>
                <a:spcPct val="100000"/>
              </a:lnSpc>
              <a:spcBef>
                <a:spcPts val="0"/>
              </a:spcBef>
              <a:tabLst>
                <a:tab pos="1371600" algn="l"/>
              </a:tabLst>
            </a:pPr>
            <a:r>
              <a:rPr lang="en-IN" sz="1200" dirty="0">
                <a:latin typeface="+mn-lt"/>
                <a:cs typeface="Calibri" panose="020F0502020204030204" pitchFamily="34" charset="0"/>
              </a:rPr>
              <a:t>Page</a:t>
            </a:r>
            <a:endParaRPr lang="en-US" sz="1200" dirty="0">
              <a:latin typeface="+mn-lt"/>
              <a:cs typeface="Calibri" panose="020F0502020204030204" pitchFamily="34" charset="0"/>
            </a:endParaRPr>
          </a:p>
          <a:p>
            <a:pPr marL="1828800" marR="0" fontAlgn="ctr">
              <a:lnSpc>
                <a:spcPct val="100000"/>
              </a:lnSpc>
              <a:spcBef>
                <a:spcPts val="0"/>
              </a:spcBef>
              <a:spcAft>
                <a:spcPts val="0"/>
              </a:spcAft>
            </a:pPr>
            <a:r>
              <a:rPr lang="en-US" sz="1200" dirty="0">
                <a:latin typeface="+mn-lt"/>
                <a:cs typeface="Calibri" panose="020F0502020204030204" pitchFamily="34" charset="0"/>
              </a:rPr>
              <a:t>Reports have one or more pages. Each tab on the report canvas represents a page.</a:t>
            </a:r>
          </a:p>
          <a:p>
            <a:pPr lvl="2" fontAlgn="ctr">
              <a:lnSpc>
                <a:spcPct val="100000"/>
              </a:lnSpc>
              <a:spcBef>
                <a:spcPts val="0"/>
              </a:spcBef>
              <a:tabLst>
                <a:tab pos="1371600" algn="l"/>
              </a:tabLst>
            </a:pPr>
            <a:r>
              <a:rPr lang="en-IN" sz="1200" dirty="0">
                <a:latin typeface="+mn-lt"/>
                <a:cs typeface="Calibri" panose="020F0502020204030204" pitchFamily="34" charset="0"/>
              </a:rPr>
              <a:t>Visual/Visualization/Viz</a:t>
            </a:r>
            <a:endParaRPr lang="en-US" sz="1200" dirty="0">
              <a:latin typeface="+mn-lt"/>
              <a:cs typeface="Calibri" panose="020F0502020204030204" pitchFamily="34" charset="0"/>
            </a:endParaRPr>
          </a:p>
          <a:p>
            <a:pPr marL="1828800" marR="0" fontAlgn="ctr">
              <a:lnSpc>
                <a:spcPct val="100000"/>
              </a:lnSpc>
              <a:spcBef>
                <a:spcPts val="0"/>
              </a:spcBef>
              <a:spcAft>
                <a:spcPts val="0"/>
              </a:spcAft>
            </a:pPr>
            <a:r>
              <a:rPr lang="en-US" sz="1200" dirty="0">
                <a:latin typeface="+mn-lt"/>
                <a:cs typeface="Calibri" panose="020F0502020204030204" pitchFamily="34" charset="0"/>
              </a:rPr>
              <a:t>A table or a chart used for analysis. Some visuals are bar chart, </a:t>
            </a:r>
            <a:r>
              <a:rPr lang="en-US" sz="1200" dirty="0" err="1">
                <a:latin typeface="+mn-lt"/>
                <a:cs typeface="Calibri" panose="020F0502020204030204" pitchFamily="34" charset="0"/>
              </a:rPr>
              <a:t>treemap</a:t>
            </a:r>
            <a:r>
              <a:rPr lang="en-US" sz="1200" dirty="0">
                <a:latin typeface="+mn-lt"/>
                <a:cs typeface="Calibri" panose="020F0502020204030204" pitchFamily="34" charset="0"/>
              </a:rPr>
              <a:t>, doughnut chart, map.</a:t>
            </a:r>
          </a:p>
          <a:p>
            <a:pPr lvl="2" fontAlgn="ctr">
              <a:lnSpc>
                <a:spcPct val="100000"/>
              </a:lnSpc>
              <a:spcBef>
                <a:spcPts val="0"/>
              </a:spcBef>
              <a:tabLst>
                <a:tab pos="1371600" algn="l"/>
              </a:tabLst>
            </a:pPr>
            <a:r>
              <a:rPr lang="en-IN" sz="1200" dirty="0">
                <a:latin typeface="+mn-lt"/>
                <a:cs typeface="Calibri" panose="020F0502020204030204" pitchFamily="34" charset="0"/>
              </a:rPr>
              <a:t>Dataset</a:t>
            </a:r>
            <a:endParaRPr lang="en-US" sz="1200" dirty="0">
              <a:latin typeface="+mn-lt"/>
              <a:cs typeface="Calibri" panose="020F0502020204030204" pitchFamily="34" charset="0"/>
            </a:endParaRPr>
          </a:p>
          <a:p>
            <a:pPr marL="1828800" marR="0" fontAlgn="ctr">
              <a:lnSpc>
                <a:spcPct val="100000"/>
              </a:lnSpc>
              <a:spcBef>
                <a:spcPts val="0"/>
              </a:spcBef>
              <a:spcAft>
                <a:spcPts val="0"/>
              </a:spcAft>
            </a:pPr>
            <a:r>
              <a:rPr lang="en-US" sz="1200" dirty="0">
                <a:latin typeface="+mn-lt"/>
                <a:cs typeface="Calibri" panose="020F0502020204030204" pitchFamily="34" charset="0"/>
              </a:rPr>
              <a:t>A dataset is a collection of data used to create visualizations and reports.</a:t>
            </a:r>
          </a:p>
          <a:p>
            <a:pPr lvl="2" fontAlgn="ctr">
              <a:lnSpc>
                <a:spcPct val="100000"/>
              </a:lnSpc>
              <a:spcBef>
                <a:spcPts val="0"/>
              </a:spcBef>
              <a:tabLst>
                <a:tab pos="1371600" algn="l"/>
              </a:tabLst>
            </a:pPr>
            <a:r>
              <a:rPr lang="en-IN" sz="1200" dirty="0">
                <a:latin typeface="+mn-lt"/>
                <a:cs typeface="Calibri" panose="020F0502020204030204" pitchFamily="34" charset="0"/>
              </a:rPr>
              <a:t>Power Query Editor (</a:t>
            </a:r>
            <a:r>
              <a:rPr lang="en-IN" sz="1200" dirty="0">
                <a:latin typeface="+mn-lt"/>
                <a:cs typeface="Calibri" panose="020F0502020204030204" pitchFamily="34" charset="0"/>
                <a:hlinkClick r:id="rId2"/>
              </a:rPr>
              <a:t>Reference</a:t>
            </a:r>
            <a:r>
              <a:rPr lang="en-IN" sz="1200" dirty="0">
                <a:latin typeface="+mn-lt"/>
                <a:cs typeface="Calibri" panose="020F0502020204030204" pitchFamily="34" charset="0"/>
              </a:rPr>
              <a:t>)</a:t>
            </a:r>
            <a:endParaRPr lang="en-US" sz="1200" dirty="0">
              <a:latin typeface="+mn-lt"/>
              <a:cs typeface="Calibri" panose="020F0502020204030204" pitchFamily="34" charset="0"/>
            </a:endParaRPr>
          </a:p>
          <a:p>
            <a:pPr marL="1828800" marR="0" fontAlgn="ctr">
              <a:lnSpc>
                <a:spcPct val="100000"/>
              </a:lnSpc>
              <a:spcBef>
                <a:spcPts val="0"/>
              </a:spcBef>
              <a:spcAft>
                <a:spcPts val="0"/>
              </a:spcAft>
            </a:pPr>
            <a:r>
              <a:rPr lang="en-US" sz="1200" dirty="0">
                <a:latin typeface="+mn-lt"/>
                <a:cs typeface="Calibri" panose="020F0502020204030204" pitchFamily="34" charset="0"/>
              </a:rPr>
              <a:t>Power Query user interface, where you can add or modify queries, manage queries by grouping or adding descriptions to query steps, or visualize your queries and their structure with different views. </a:t>
            </a:r>
          </a:p>
          <a:p>
            <a:pPr lvl="2" fontAlgn="ctr">
              <a:lnSpc>
                <a:spcPct val="100000"/>
              </a:lnSpc>
              <a:spcBef>
                <a:spcPts val="0"/>
              </a:spcBef>
              <a:tabLst>
                <a:tab pos="1371600" algn="l"/>
              </a:tabLst>
            </a:pPr>
            <a:r>
              <a:rPr lang="en-US" sz="1200" dirty="0">
                <a:latin typeface="+mn-lt"/>
                <a:cs typeface="Calibri" panose="020F0502020204030204" pitchFamily="34" charset="0"/>
              </a:rPr>
              <a:t>M-Code (</a:t>
            </a:r>
            <a:r>
              <a:rPr lang="en-US" sz="1200" dirty="0">
                <a:latin typeface="+mn-lt"/>
                <a:cs typeface="Calibri" panose="020F0502020204030204" pitchFamily="34" charset="0"/>
                <a:hlinkClick r:id="rId3"/>
              </a:rPr>
              <a:t>Reference</a:t>
            </a:r>
            <a:r>
              <a:rPr lang="en-US" sz="1200" dirty="0">
                <a:latin typeface="+mn-lt"/>
                <a:cs typeface="Calibri" panose="020F0502020204030204" pitchFamily="34" charset="0"/>
              </a:rPr>
              <a:t>)</a:t>
            </a:r>
          </a:p>
          <a:p>
            <a:pPr marL="1828800" marR="0" fontAlgn="ctr">
              <a:lnSpc>
                <a:spcPct val="100000"/>
              </a:lnSpc>
              <a:spcBef>
                <a:spcPts val="0"/>
              </a:spcBef>
              <a:spcAft>
                <a:spcPts val="0"/>
              </a:spcAft>
            </a:pPr>
            <a:r>
              <a:rPr lang="en-US" sz="1200" dirty="0">
                <a:latin typeface="+mn-lt"/>
                <a:cs typeface="Calibri" panose="020F0502020204030204" pitchFamily="34" charset="0"/>
              </a:rPr>
              <a:t>Data Mash-up code used to filter and combine, i.e., to mash-up data from one or more of a rich collection of supported data sources. </a:t>
            </a:r>
          </a:p>
          <a:p>
            <a:pPr lvl="2" fontAlgn="ctr">
              <a:lnSpc>
                <a:spcPct val="100000"/>
              </a:lnSpc>
              <a:spcBef>
                <a:spcPts val="0"/>
              </a:spcBef>
              <a:tabLst>
                <a:tab pos="1371600" algn="l"/>
              </a:tabLst>
            </a:pPr>
            <a:r>
              <a:rPr lang="en-US" sz="1200" dirty="0">
                <a:latin typeface="+mn-lt"/>
                <a:cs typeface="Calibri" panose="020F0502020204030204" pitchFamily="34" charset="0"/>
              </a:rPr>
              <a:t>DAX Query (</a:t>
            </a:r>
            <a:r>
              <a:rPr lang="en-US" sz="1200" dirty="0">
                <a:latin typeface="+mn-lt"/>
                <a:cs typeface="Calibri" panose="020F0502020204030204" pitchFamily="34" charset="0"/>
                <a:hlinkClick r:id="rId4"/>
              </a:rPr>
              <a:t>Reference</a:t>
            </a:r>
            <a:r>
              <a:rPr lang="en-US" sz="1200" dirty="0">
                <a:latin typeface="+mn-lt"/>
                <a:cs typeface="Calibri" panose="020F0502020204030204" pitchFamily="34" charset="0"/>
              </a:rPr>
              <a:t>)</a:t>
            </a:r>
          </a:p>
          <a:p>
            <a:pPr marL="1828800" marR="0" fontAlgn="ctr">
              <a:lnSpc>
                <a:spcPct val="100000"/>
              </a:lnSpc>
              <a:spcBef>
                <a:spcPts val="0"/>
              </a:spcBef>
              <a:spcAft>
                <a:spcPts val="0"/>
              </a:spcAft>
            </a:pPr>
            <a:r>
              <a:rPr lang="en-US" sz="1200" dirty="0">
                <a:latin typeface="+mn-lt"/>
                <a:cs typeface="Calibri" panose="020F0502020204030204" pitchFamily="34" charset="0"/>
              </a:rPr>
              <a:t>Data Analysis Expressions (DAX) is a formula expression language used in Analysis Services, Power BI, and Power Pivot in Excel.</a:t>
            </a:r>
          </a:p>
          <a:p>
            <a:pPr marL="1600200" marR="0" indent="0" fontAlgn="ctr">
              <a:lnSpc>
                <a:spcPct val="100000"/>
              </a:lnSpc>
              <a:spcBef>
                <a:spcPts val="0"/>
              </a:spcBef>
              <a:spcAft>
                <a:spcPts val="0"/>
              </a:spcAft>
              <a:buNone/>
            </a:pPr>
            <a:endParaRPr lang="en-US" sz="1200" dirty="0">
              <a:latin typeface="+mn-lt"/>
              <a:cs typeface="Calibri" panose="020F0502020204030204" pitchFamily="34" charset="0"/>
            </a:endParaRPr>
          </a:p>
        </p:txBody>
      </p:sp>
      <p:sp>
        <p:nvSpPr>
          <p:cNvPr id="3" name="Title 2">
            <a:extLst>
              <a:ext uri="{FF2B5EF4-FFF2-40B4-BE49-F238E27FC236}">
                <a16:creationId xmlns:a16="http://schemas.microsoft.com/office/drawing/2014/main" id="{439A1AEE-3A51-7DDE-88AF-BF3F89877A8B}"/>
              </a:ext>
            </a:extLst>
          </p:cNvPr>
          <p:cNvSpPr>
            <a:spLocks noGrp="1"/>
          </p:cNvSpPr>
          <p:nvPr>
            <p:ph type="title"/>
          </p:nvPr>
        </p:nvSpPr>
        <p:spPr/>
        <p:txBody>
          <a:bodyPr/>
          <a:lstStyle/>
          <a:p>
            <a:r>
              <a:rPr lang="en-US" sz="3200" b="1">
                <a:latin typeface="+mn-lt"/>
                <a:cs typeface="Calibri" panose="020F0502020204030204" pitchFamily="34" charset="0"/>
              </a:rPr>
              <a:t>Introduction to Power BI</a:t>
            </a:r>
            <a:endParaRPr lang="en-US" sz="3200">
              <a:latin typeface="+mn-lt"/>
              <a:cs typeface="Calibri" panose="020F0502020204030204" pitchFamily="34" charset="0"/>
            </a:endParaRPr>
          </a:p>
        </p:txBody>
      </p:sp>
      <p:graphicFrame>
        <p:nvGraphicFramePr>
          <p:cNvPr id="6" name="Diagram 5">
            <a:extLst>
              <a:ext uri="{FF2B5EF4-FFF2-40B4-BE49-F238E27FC236}">
                <a16:creationId xmlns:a16="http://schemas.microsoft.com/office/drawing/2014/main" id="{14AE1826-05C8-0AEC-46B1-13C43478FBFF}"/>
              </a:ext>
            </a:extLst>
          </p:cNvPr>
          <p:cNvGraphicFramePr/>
          <p:nvPr>
            <p:extLst>
              <p:ext uri="{D42A27DB-BD31-4B8C-83A1-F6EECF244321}">
                <p14:modId xmlns:p14="http://schemas.microsoft.com/office/powerpoint/2010/main" val="2827213668"/>
              </p:ext>
            </p:extLst>
          </p:nvPr>
        </p:nvGraphicFramePr>
        <p:xfrm>
          <a:off x="7537836" y="904467"/>
          <a:ext cx="2941982" cy="29142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26" name="Picture 2" descr="Get started building with Power BI">
            <a:extLst>
              <a:ext uri="{FF2B5EF4-FFF2-40B4-BE49-F238E27FC236}">
                <a16:creationId xmlns:a16="http://schemas.microsoft.com/office/drawing/2014/main" id="{F8C039DD-AEFE-9475-6D0F-FF1D7A5FCA7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49154" y="4225668"/>
            <a:ext cx="3190875" cy="1960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323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73064-B11B-CAEE-4D46-1D0D3F0F0326}"/>
              </a:ext>
            </a:extLst>
          </p:cNvPr>
          <p:cNvSpPr>
            <a:spLocks noGrp="1"/>
          </p:cNvSpPr>
          <p:nvPr>
            <p:ph type="title"/>
          </p:nvPr>
        </p:nvSpPr>
        <p:spPr/>
        <p:txBody>
          <a:bodyPr/>
          <a:lstStyle/>
          <a:p>
            <a:r>
              <a:rPr lang="en-US"/>
              <a:t>Desktop &amp; Service</a:t>
            </a:r>
          </a:p>
        </p:txBody>
      </p:sp>
      <p:sp>
        <p:nvSpPr>
          <p:cNvPr id="3" name="Content Placeholder 2">
            <a:extLst>
              <a:ext uri="{FF2B5EF4-FFF2-40B4-BE49-F238E27FC236}">
                <a16:creationId xmlns:a16="http://schemas.microsoft.com/office/drawing/2014/main" id="{2B324D23-1BC0-06A4-01E2-9C075E3EB87F}"/>
              </a:ext>
            </a:extLst>
          </p:cNvPr>
          <p:cNvSpPr>
            <a:spLocks noGrp="1"/>
          </p:cNvSpPr>
          <p:nvPr>
            <p:ph idx="1"/>
          </p:nvPr>
        </p:nvSpPr>
        <p:spPr>
          <a:xfrm>
            <a:off x="838200" y="1359673"/>
            <a:ext cx="10515600" cy="4580752"/>
          </a:xfrm>
        </p:spPr>
        <p:txBody>
          <a:bodyPr>
            <a:normAutofit/>
          </a:bodyPr>
          <a:lstStyle/>
          <a:p>
            <a:pPr marL="0" indent="0">
              <a:buNone/>
            </a:pPr>
            <a:r>
              <a:rPr lang="en-US" sz="1200">
                <a:latin typeface="+mn-lt"/>
                <a:cs typeface="Calibri" panose="020F0502020204030204" pitchFamily="34" charset="0"/>
              </a:rPr>
              <a:t>Most common uses for Power BI Desktop (</a:t>
            </a:r>
            <a:r>
              <a:rPr lang="en-US" sz="1200">
                <a:latin typeface="+mn-lt"/>
                <a:cs typeface="Calibri" panose="020F0502020204030204" pitchFamily="34" charset="0"/>
                <a:hlinkClick r:id="rId2">
                  <a:extLst>
                    <a:ext uri="{A12FA001-AC4F-418D-AE19-62706E023703}">
                      <ahyp:hlinkClr xmlns:ahyp="http://schemas.microsoft.com/office/drawing/2018/hyperlinkcolor" val="tx"/>
                    </a:ext>
                  </a:extLst>
                </a:hlinkClick>
              </a:rPr>
              <a:t>Reference</a:t>
            </a:r>
            <a:r>
              <a:rPr lang="en-US" sz="1200">
                <a:latin typeface="+mn-lt"/>
                <a:cs typeface="Calibri" panose="020F0502020204030204" pitchFamily="34" charset="0"/>
              </a:rPr>
              <a:t>) are as follows:</a:t>
            </a:r>
          </a:p>
          <a:p>
            <a:r>
              <a:rPr lang="en-US" sz="1200">
                <a:latin typeface="+mn-lt"/>
                <a:cs typeface="Calibri" panose="020F0502020204030204" pitchFamily="34" charset="0"/>
              </a:rPr>
              <a:t>Connect to data. </a:t>
            </a:r>
            <a:r>
              <a:rPr lang="en-US" sz="1200">
                <a:latin typeface="+mn-lt"/>
                <a:cs typeface="Calibri" panose="020F0502020204030204" pitchFamily="34" charset="0"/>
                <a:hlinkClick r:id="rId3">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Transform and clean data to create a data model. </a:t>
            </a:r>
            <a:r>
              <a:rPr lang="en-US" sz="1200">
                <a:latin typeface="+mn-lt"/>
                <a:cs typeface="Calibri" panose="020F0502020204030204" pitchFamily="34" charset="0"/>
                <a:hlinkClick r:id="rId4">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Create visuals, such as charts or graphs that provide visual representations of the data. </a:t>
            </a:r>
          </a:p>
          <a:p>
            <a:r>
              <a:rPr lang="en-US" sz="1200">
                <a:latin typeface="+mn-lt"/>
                <a:cs typeface="Calibri" panose="020F0502020204030204" pitchFamily="34" charset="0"/>
              </a:rPr>
              <a:t>Create reports that are collections of visuals on one or more report pages. </a:t>
            </a:r>
            <a:r>
              <a:rPr lang="en-US" sz="1200">
                <a:latin typeface="+mn-lt"/>
                <a:cs typeface="Calibri" panose="020F0502020204030204" pitchFamily="34" charset="0"/>
                <a:hlinkClick r:id="rId5">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Secured and Trusted Data with Row Level Security and Object Level Security</a:t>
            </a:r>
          </a:p>
          <a:p>
            <a:endParaRPr lang="en-US" sz="1200">
              <a:latin typeface="+mn-lt"/>
              <a:cs typeface="Calibri" panose="020F0502020204030204" pitchFamily="34" charset="0"/>
            </a:endParaRPr>
          </a:p>
          <a:p>
            <a:endParaRPr lang="en-US" sz="1200">
              <a:latin typeface="+mn-lt"/>
              <a:cs typeface="Calibri" panose="020F0502020204030204" pitchFamily="34" charset="0"/>
            </a:endParaRPr>
          </a:p>
          <a:p>
            <a:pPr marL="0" indent="0">
              <a:buNone/>
            </a:pPr>
            <a:r>
              <a:rPr lang="en-US" sz="1200">
                <a:latin typeface="+mn-lt"/>
                <a:cs typeface="Calibri" panose="020F0502020204030204" pitchFamily="34" charset="0"/>
              </a:rPr>
              <a:t>Most common uses for Power BI Service (</a:t>
            </a:r>
            <a:r>
              <a:rPr lang="en-US" sz="1200">
                <a:latin typeface="+mn-lt"/>
                <a:cs typeface="Calibri" panose="020F0502020204030204" pitchFamily="34" charset="0"/>
                <a:hlinkClick r:id="rId6">
                  <a:extLst>
                    <a:ext uri="{A12FA001-AC4F-418D-AE19-62706E023703}">
                      <ahyp:hlinkClr xmlns:ahyp="http://schemas.microsoft.com/office/drawing/2018/hyperlinkcolor" val="tx"/>
                    </a:ext>
                  </a:extLst>
                </a:hlinkClick>
              </a:rPr>
              <a:t>Reference</a:t>
            </a:r>
            <a:r>
              <a:rPr lang="en-US" sz="1200">
                <a:latin typeface="+mn-lt"/>
                <a:cs typeface="Calibri" panose="020F0502020204030204" pitchFamily="34" charset="0"/>
              </a:rPr>
              <a:t>) are as follows:</a:t>
            </a:r>
          </a:p>
          <a:p>
            <a:r>
              <a:rPr lang="en-US" sz="1200">
                <a:latin typeface="+mn-lt"/>
                <a:cs typeface="Calibri" panose="020F0502020204030204" pitchFamily="34" charset="0"/>
              </a:rPr>
              <a:t>Exploring Power BI Service and Create reports. </a:t>
            </a:r>
            <a:r>
              <a:rPr lang="en-US" sz="1200">
                <a:latin typeface="+mn-lt"/>
                <a:cs typeface="Calibri" panose="020F0502020204030204" pitchFamily="34" charset="0"/>
                <a:hlinkClick r:id="rId7">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Share reports with others by using the Power BI service. </a:t>
            </a:r>
            <a:r>
              <a:rPr lang="en-US" sz="1200">
                <a:latin typeface="+mn-lt"/>
                <a:cs typeface="Calibri" panose="020F0502020204030204" pitchFamily="34" charset="0"/>
                <a:hlinkClick r:id="rId8">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Scheduling. </a:t>
            </a:r>
            <a:r>
              <a:rPr lang="en-US" sz="1200">
                <a:latin typeface="+mn-lt"/>
                <a:cs typeface="Calibri" panose="020F0502020204030204" pitchFamily="34" charset="0"/>
                <a:hlinkClick r:id="rId9">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Subscription. </a:t>
            </a:r>
            <a:r>
              <a:rPr lang="en-US" sz="1200">
                <a:latin typeface="+mn-lt"/>
                <a:cs typeface="Calibri" panose="020F0502020204030204" pitchFamily="34" charset="0"/>
                <a:hlinkClick r:id="rId10">
                  <a:extLst>
                    <a:ext uri="{A12FA001-AC4F-418D-AE19-62706E023703}">
                      <ahyp:hlinkClr xmlns:ahyp="http://schemas.microsoft.com/office/drawing/2018/hyperlinkcolor" val="tx"/>
                    </a:ext>
                  </a:extLst>
                </a:hlinkClick>
              </a:rPr>
              <a:t>Reference</a:t>
            </a:r>
            <a:endParaRPr lang="en-US" sz="1200">
              <a:latin typeface="+mn-lt"/>
              <a:cs typeface="Calibri" panose="020F0502020204030204" pitchFamily="34" charset="0"/>
            </a:endParaRPr>
          </a:p>
          <a:p>
            <a:r>
              <a:rPr lang="en-US" sz="1200">
                <a:latin typeface="+mn-lt"/>
                <a:cs typeface="Calibri" panose="020F0502020204030204" pitchFamily="34" charset="0"/>
              </a:rPr>
              <a:t>Secured and Trusted Data with Content Access</a:t>
            </a:r>
          </a:p>
        </p:txBody>
      </p:sp>
    </p:spTree>
    <p:extLst>
      <p:ext uri="{BB962C8B-B14F-4D97-AF65-F5344CB8AC3E}">
        <p14:creationId xmlns:p14="http://schemas.microsoft.com/office/powerpoint/2010/main" val="298589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C3D83F-BF50-3D17-13CE-2ABF087155D5}"/>
              </a:ext>
            </a:extLst>
          </p:cNvPr>
          <p:cNvSpPr>
            <a:spLocks noGrp="1"/>
          </p:cNvSpPr>
          <p:nvPr>
            <p:ph type="title"/>
          </p:nvPr>
        </p:nvSpPr>
        <p:spPr/>
        <p:txBody>
          <a:bodyPr/>
          <a:lstStyle/>
          <a:p>
            <a:r>
              <a:rPr lang="en-US"/>
              <a:t>Embedding Power Apps in Power BI</a:t>
            </a:r>
          </a:p>
        </p:txBody>
      </p:sp>
      <p:sp>
        <p:nvSpPr>
          <p:cNvPr id="6" name="Content Placeholder 5">
            <a:extLst>
              <a:ext uri="{FF2B5EF4-FFF2-40B4-BE49-F238E27FC236}">
                <a16:creationId xmlns:a16="http://schemas.microsoft.com/office/drawing/2014/main" id="{6AF112F3-F155-5344-6FCE-4DACCA2CC65F}"/>
              </a:ext>
            </a:extLst>
          </p:cNvPr>
          <p:cNvSpPr>
            <a:spLocks noGrp="1"/>
          </p:cNvSpPr>
          <p:nvPr>
            <p:ph idx="1"/>
          </p:nvPr>
        </p:nvSpPr>
        <p:spPr>
          <a:xfrm>
            <a:off x="900043" y="1475055"/>
            <a:ext cx="10515600" cy="4567649"/>
          </a:xfrm>
        </p:spPr>
        <p:txBody>
          <a:bodyPr>
            <a:normAutofit/>
          </a:bodyPr>
          <a:lstStyle/>
          <a:p>
            <a:pPr marL="0" indent="0">
              <a:buNone/>
            </a:pPr>
            <a:r>
              <a:rPr lang="en-US" sz="1200">
                <a:latin typeface="+mn-lt"/>
                <a:cs typeface="Calibri" panose="020F0502020204030204" pitchFamily="34" charset="0"/>
              </a:rPr>
              <a:t>Steps required to use the Power Apps visual in your Power BI report. (</a:t>
            </a:r>
            <a:r>
              <a:rPr lang="en-US" sz="1200">
                <a:latin typeface="+mn-lt"/>
                <a:cs typeface="Calibri" panose="020F0502020204030204" pitchFamily="34" charset="0"/>
                <a:hlinkClick r:id="rId2">
                  <a:extLst>
                    <a:ext uri="{A12FA001-AC4F-418D-AE19-62706E023703}">
                      <ahyp:hlinkClr xmlns:ahyp="http://schemas.microsoft.com/office/drawing/2018/hyperlinkcolor" val="tx"/>
                    </a:ext>
                  </a:extLst>
                </a:hlinkClick>
              </a:rPr>
              <a:t>Reference</a:t>
            </a:r>
            <a:r>
              <a:rPr lang="en-US" sz="1200">
                <a:latin typeface="+mn-lt"/>
                <a:cs typeface="Calibri" panose="020F0502020204030204" pitchFamily="34" charset="0"/>
              </a:rPr>
              <a:t>)</a:t>
            </a:r>
          </a:p>
          <a:p>
            <a:r>
              <a:rPr lang="en-US" sz="1200">
                <a:latin typeface="+mn-lt"/>
                <a:cs typeface="Calibri" panose="020F0502020204030204" pitchFamily="34" charset="0"/>
              </a:rPr>
              <a:t>Power Apps visual is available by default in the Power BI service. If you're using Power BI Desktop and don't see it, you must upgrade to the latest version of Power BI Desktop.</a:t>
            </a:r>
          </a:p>
          <a:p>
            <a:r>
              <a:rPr lang="en-US" sz="1200">
                <a:latin typeface="+mn-lt"/>
                <a:cs typeface="Calibri" panose="020F0502020204030204" pitchFamily="34" charset="0"/>
              </a:rPr>
              <a:t>Add the Power Apps visual to your report and set the data fields associated with it.</a:t>
            </a:r>
          </a:p>
          <a:p>
            <a:r>
              <a:rPr lang="en-US" altLang="en-US" sz="1200">
                <a:latin typeface="+mn-lt"/>
                <a:cs typeface="Calibri" panose="020F0502020204030204" pitchFamily="34" charset="0"/>
              </a:rPr>
              <a:t>You can choose an existing app or create one, but the report must be published to the Power BI service and opened in Microsoft Edge or Google Chrome.</a:t>
            </a:r>
          </a:p>
          <a:p>
            <a:r>
              <a:rPr lang="en-US" altLang="en-US" sz="1200">
                <a:latin typeface="+mn-lt"/>
                <a:cs typeface="Calibri" panose="020F0502020204030204" pitchFamily="34" charset="0"/>
              </a:rPr>
              <a:t>If you choose to create an app, you can choose in which environment to create it.</a:t>
            </a:r>
          </a:p>
          <a:p>
            <a:endParaRPr lang="en-US" altLang="en-US" sz="1200">
              <a:latin typeface="+mn-lt"/>
              <a:cs typeface="Calibri" panose="020F0502020204030204" pitchFamily="34" charset="0"/>
            </a:endParaRPr>
          </a:p>
          <a:p>
            <a:endParaRPr lang="en-US" altLang="en-US" sz="1200">
              <a:latin typeface="+mn-lt"/>
              <a:cs typeface="Calibri" panose="020F0502020204030204" pitchFamily="34" charset="0"/>
            </a:endParaRPr>
          </a:p>
          <a:p>
            <a:endParaRPr lang="en-US" altLang="en-US" sz="1200">
              <a:latin typeface="+mn-lt"/>
              <a:cs typeface="Calibri" panose="020F0502020204030204" pitchFamily="34" charset="0"/>
            </a:endParaRPr>
          </a:p>
          <a:p>
            <a:endParaRPr lang="en-US" sz="1200">
              <a:latin typeface="+mn-lt"/>
              <a:cs typeface="Calibri" panose="020F0502020204030204" pitchFamily="34" charset="0"/>
            </a:endParaRPr>
          </a:p>
          <a:p>
            <a:endParaRPr lang="en-US" sz="1200">
              <a:latin typeface="+mn-lt"/>
              <a:cs typeface="Calibri" panose="020F0502020204030204" pitchFamily="34" charset="0"/>
            </a:endParaRPr>
          </a:p>
          <a:p>
            <a:endParaRPr lang="en-US" sz="1200">
              <a:latin typeface="+mn-lt"/>
              <a:cs typeface="Calibri" panose="020F0502020204030204" pitchFamily="34" charset="0"/>
            </a:endParaRPr>
          </a:p>
          <a:p>
            <a:r>
              <a:rPr lang="en-US" sz="1200">
                <a:latin typeface="+mn-lt"/>
                <a:cs typeface="Calibri" panose="020F0502020204030204" pitchFamily="34" charset="0"/>
              </a:rPr>
              <a:t>After you have completed building or making changes to your app, save and publish the app in Power Apps to see your app in the Power BI report.</a:t>
            </a:r>
          </a:p>
          <a:p>
            <a:r>
              <a:rPr lang="en-US" sz="1200">
                <a:latin typeface="+mn-lt"/>
                <a:cs typeface="Calibri" panose="020F0502020204030204" pitchFamily="34" charset="0"/>
              </a:rPr>
              <a:t>Once you're satisfied with your changes, make sure to share the Power Apps app with users of your report and then save your report.</a:t>
            </a:r>
          </a:p>
          <a:p>
            <a:r>
              <a:rPr lang="en-US" sz="1200">
                <a:latin typeface="+mn-lt"/>
                <a:cs typeface="Calibri" panose="020F0502020204030204" pitchFamily="34" charset="0"/>
              </a:rPr>
              <a:t>You've created a report in which your users can take actions as they gain insights from your data.</a:t>
            </a:r>
          </a:p>
        </p:txBody>
      </p:sp>
      <p:pic>
        <p:nvPicPr>
          <p:cNvPr id="3079" name="Picture 7" descr="New or existing app.">
            <a:extLst>
              <a:ext uri="{FF2B5EF4-FFF2-40B4-BE49-F238E27FC236}">
                <a16:creationId xmlns:a16="http://schemas.microsoft.com/office/drawing/2014/main" id="{9EACBA57-3D83-48E5-9D13-68620342E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4194" y="3249026"/>
            <a:ext cx="1619841" cy="1576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4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947334-5CCB-94C3-41ED-357DF3575138}"/>
              </a:ext>
            </a:extLst>
          </p:cNvPr>
          <p:cNvSpPr>
            <a:spLocks noGrp="1"/>
          </p:cNvSpPr>
          <p:nvPr>
            <p:ph idx="1"/>
          </p:nvPr>
        </p:nvSpPr>
        <p:spPr>
          <a:xfrm>
            <a:off x="838200" y="1428060"/>
            <a:ext cx="10515600" cy="4702396"/>
          </a:xfrm>
        </p:spPr>
        <p:txBody>
          <a:bodyPr>
            <a:normAutofit lnSpcReduction="10000"/>
          </a:bodyPr>
          <a:lstStyle/>
          <a:p>
            <a:pPr marL="0" indent="0">
              <a:buNone/>
            </a:pPr>
            <a:r>
              <a:rPr lang="en-US" sz="1200" dirty="0">
                <a:latin typeface="+mn-lt"/>
                <a:cs typeface="Calibri" panose="020F0502020204030204" pitchFamily="34" charset="0"/>
              </a:rPr>
              <a:t>Power BI Security (</a:t>
            </a:r>
            <a:r>
              <a:rPr lang="en-US" sz="1200" dirty="0">
                <a:latin typeface="+mn-lt"/>
                <a:cs typeface="Calibri" panose="020F0502020204030204" pitchFamily="34" charset="0"/>
                <a:hlinkClick r:id="rId2">
                  <a:extLst>
                    <a:ext uri="{A12FA001-AC4F-418D-AE19-62706E023703}">
                      <ahyp:hlinkClr xmlns:ahyp="http://schemas.microsoft.com/office/drawing/2018/hyperlinkcolor" val="tx"/>
                    </a:ext>
                  </a:extLst>
                </a:hlinkClick>
              </a:rPr>
              <a:t>Reference</a:t>
            </a:r>
            <a:r>
              <a:rPr lang="en-US" sz="1200" dirty="0">
                <a:latin typeface="+mn-lt"/>
                <a:cs typeface="Calibri" panose="020F0502020204030204" pitchFamily="34" charset="0"/>
              </a:rPr>
              <a:t>) for Secured access and Trusted Data</a:t>
            </a:r>
          </a:p>
          <a:p>
            <a:pPr marL="0" indent="0">
              <a:buNone/>
            </a:pPr>
            <a:r>
              <a:rPr lang="en-US" sz="1200" dirty="0">
                <a:latin typeface="+mn-lt"/>
                <a:cs typeface="Calibri" panose="020F0502020204030204" pitchFamily="34" charset="0"/>
              </a:rPr>
              <a:t>Data - Row Level Security (</a:t>
            </a:r>
            <a:r>
              <a:rPr lang="en-US" sz="1200" dirty="0">
                <a:latin typeface="+mn-lt"/>
                <a:cs typeface="Calibri" panose="020F0502020204030204" pitchFamily="34" charset="0"/>
                <a:hlinkClick r:id="rId3">
                  <a:extLst>
                    <a:ext uri="{A12FA001-AC4F-418D-AE19-62706E023703}">
                      <ahyp:hlinkClr xmlns:ahyp="http://schemas.microsoft.com/office/drawing/2018/hyperlinkcolor" val="tx"/>
                    </a:ext>
                  </a:extLst>
                </a:hlinkClick>
              </a:rPr>
              <a:t>Reference</a:t>
            </a:r>
            <a:r>
              <a:rPr lang="en-US" sz="1200" dirty="0">
                <a:latin typeface="+mn-lt"/>
                <a:cs typeface="Calibri" panose="020F0502020204030204" pitchFamily="34" charset="0"/>
              </a:rPr>
              <a:t>)  &amp; Object Level Security (</a:t>
            </a:r>
            <a:r>
              <a:rPr lang="en-US" sz="1200" dirty="0">
                <a:latin typeface="+mn-lt"/>
                <a:cs typeface="Calibri" panose="020F0502020204030204" pitchFamily="34" charset="0"/>
                <a:hlinkClick r:id="rId4">
                  <a:extLst>
                    <a:ext uri="{A12FA001-AC4F-418D-AE19-62706E023703}">
                      <ahyp:hlinkClr xmlns:ahyp="http://schemas.microsoft.com/office/drawing/2018/hyperlinkcolor" val="tx"/>
                    </a:ext>
                  </a:extLst>
                </a:hlinkClick>
              </a:rPr>
              <a:t>Reference</a:t>
            </a:r>
            <a:r>
              <a:rPr lang="en-US" sz="1200" dirty="0">
                <a:latin typeface="+mn-lt"/>
                <a:cs typeface="Calibri" panose="020F0502020204030204" pitchFamily="34" charset="0"/>
              </a:rPr>
              <a:t>)</a:t>
            </a:r>
          </a:p>
          <a:p>
            <a:r>
              <a:rPr lang="en-US" sz="1200" dirty="0">
                <a:latin typeface="+mn-lt"/>
                <a:cs typeface="Calibri" panose="020F0502020204030204" pitchFamily="34" charset="0"/>
              </a:rPr>
              <a:t>Desktop to create Roles</a:t>
            </a:r>
          </a:p>
          <a:p>
            <a:r>
              <a:rPr lang="en-US" sz="1200" dirty="0">
                <a:latin typeface="+mn-lt"/>
                <a:cs typeface="Calibri" panose="020F0502020204030204" pitchFamily="34" charset="0"/>
              </a:rPr>
              <a:t>Service to assign Users and user groups</a:t>
            </a:r>
          </a:p>
          <a:p>
            <a:r>
              <a:rPr lang="en-US" sz="1200" dirty="0">
                <a:latin typeface="+mn-lt"/>
                <a:cs typeface="Calibri" panose="020F0502020204030204" pitchFamily="34" charset="0"/>
              </a:rPr>
              <a:t>OLS can’t have native definitions in Power BI. Microsoft suggests using External Tools like “Tabular Editor”</a:t>
            </a:r>
          </a:p>
          <a:p>
            <a:pPr marL="0" indent="0">
              <a:buNone/>
            </a:pPr>
            <a:endParaRPr lang="en-US" sz="1200" dirty="0">
              <a:latin typeface="+mn-lt"/>
              <a:cs typeface="Calibri" panose="020F0502020204030204" pitchFamily="34" charset="0"/>
            </a:endParaRPr>
          </a:p>
          <a:p>
            <a:pPr marL="0" indent="0">
              <a:buNone/>
            </a:pPr>
            <a:r>
              <a:rPr lang="en-US" sz="1200" dirty="0">
                <a:latin typeface="+mn-lt"/>
                <a:cs typeface="Calibri" panose="020F0502020204030204" pitchFamily="34" charset="0"/>
              </a:rPr>
              <a:t>Content – Access based Security</a:t>
            </a:r>
          </a:p>
          <a:p>
            <a:r>
              <a:rPr lang="en-US" sz="1200" dirty="0">
                <a:latin typeface="+mn-lt"/>
                <a:cs typeface="Calibri" panose="020F0502020204030204" pitchFamily="34" charset="0"/>
              </a:rPr>
              <a:t>Workspace</a:t>
            </a:r>
          </a:p>
          <a:p>
            <a:r>
              <a:rPr lang="en-US" sz="1200" dirty="0">
                <a:latin typeface="+mn-lt"/>
                <a:cs typeface="Calibri" panose="020F0502020204030204" pitchFamily="34" charset="0"/>
              </a:rPr>
              <a:t>Report</a:t>
            </a:r>
          </a:p>
          <a:p>
            <a:r>
              <a:rPr lang="en-US" sz="1200" dirty="0">
                <a:latin typeface="+mn-lt"/>
                <a:cs typeface="Calibri" panose="020F0502020204030204" pitchFamily="34" charset="0"/>
              </a:rPr>
              <a:t>Dataset</a:t>
            </a:r>
          </a:p>
          <a:p>
            <a:r>
              <a:rPr lang="en-US" sz="1200" dirty="0">
                <a:latin typeface="+mn-lt"/>
                <a:cs typeface="Calibri" panose="020F0502020204030204" pitchFamily="34" charset="0"/>
              </a:rPr>
              <a:t>Report and Page access control through App</a:t>
            </a:r>
          </a:p>
          <a:p>
            <a:pPr marL="0" indent="0">
              <a:buNone/>
            </a:pPr>
            <a:endParaRPr lang="en-US" sz="1200" dirty="0">
              <a:latin typeface="+mn-lt"/>
              <a:cs typeface="Calibri" panose="020F0502020204030204" pitchFamily="34" charset="0"/>
            </a:endParaRPr>
          </a:p>
          <a:p>
            <a:pPr marL="0" indent="0">
              <a:buNone/>
            </a:pPr>
            <a:r>
              <a:rPr lang="en-US" sz="1200" dirty="0">
                <a:latin typeface="+mn-lt"/>
                <a:cs typeface="Calibri" panose="020F0502020204030204" pitchFamily="34" charset="0"/>
              </a:rPr>
              <a:t>Data Privacy of Dataset</a:t>
            </a:r>
          </a:p>
          <a:p>
            <a:pPr marL="0" indent="0">
              <a:buNone/>
            </a:pPr>
            <a:endParaRPr lang="en-US" sz="1200" dirty="0">
              <a:latin typeface="+mn-lt"/>
              <a:cs typeface="Calibri" panose="020F0502020204030204" pitchFamily="34" charset="0"/>
            </a:endParaRPr>
          </a:p>
          <a:p>
            <a:pPr marL="0" indent="0">
              <a:buNone/>
            </a:pPr>
            <a:r>
              <a:rPr lang="en-US" sz="1200" dirty="0">
                <a:latin typeface="+mn-lt"/>
                <a:cs typeface="Calibri" panose="020F0502020204030204" pitchFamily="34" charset="0"/>
              </a:rPr>
              <a:t>Limitation - Imported Data is visible to the user though the users have a restriction on the source data in below scenarios</a:t>
            </a:r>
          </a:p>
          <a:p>
            <a:r>
              <a:rPr lang="en-US" sz="1200" dirty="0">
                <a:latin typeface="+mn-lt"/>
                <a:cs typeface="Calibri" panose="020F0502020204030204" pitchFamily="34" charset="0"/>
              </a:rPr>
              <a:t>PBIX file is shared as file from Desktop</a:t>
            </a:r>
          </a:p>
          <a:p>
            <a:r>
              <a:rPr lang="en-US" sz="1200" dirty="0">
                <a:latin typeface="+mn-lt"/>
                <a:cs typeface="Calibri" panose="020F0502020204030204" pitchFamily="34" charset="0"/>
              </a:rPr>
              <a:t>Power BI imported on PowerPoint for a live demo</a:t>
            </a:r>
          </a:p>
        </p:txBody>
      </p:sp>
      <p:sp>
        <p:nvSpPr>
          <p:cNvPr id="3" name="Title 2">
            <a:extLst>
              <a:ext uri="{FF2B5EF4-FFF2-40B4-BE49-F238E27FC236}">
                <a16:creationId xmlns:a16="http://schemas.microsoft.com/office/drawing/2014/main" id="{4FC3D83F-BF50-3D17-13CE-2ABF087155D5}"/>
              </a:ext>
            </a:extLst>
          </p:cNvPr>
          <p:cNvSpPr>
            <a:spLocks noGrp="1"/>
          </p:cNvSpPr>
          <p:nvPr>
            <p:ph type="title"/>
          </p:nvPr>
        </p:nvSpPr>
        <p:spPr/>
        <p:txBody>
          <a:bodyPr/>
          <a:lstStyle/>
          <a:p>
            <a:r>
              <a:rPr lang="en-US"/>
              <a:t>Security Aspects in Power BI</a:t>
            </a:r>
          </a:p>
        </p:txBody>
      </p:sp>
    </p:spTree>
    <p:extLst>
      <p:ext uri="{BB962C8B-B14F-4D97-AF65-F5344CB8AC3E}">
        <p14:creationId xmlns:p14="http://schemas.microsoft.com/office/powerpoint/2010/main" val="642527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C17C0E-33B7-C267-9308-8C09BDC583FE}"/>
              </a:ext>
            </a:extLst>
          </p:cNvPr>
          <p:cNvSpPr>
            <a:spLocks noGrp="1"/>
          </p:cNvSpPr>
          <p:nvPr>
            <p:ph type="title"/>
          </p:nvPr>
        </p:nvSpPr>
        <p:spPr/>
        <p:txBody>
          <a:bodyPr>
            <a:normAutofit/>
          </a:bodyPr>
          <a:lstStyle/>
          <a:p>
            <a:r>
              <a:rPr lang="en-US" sz="3200">
                <a:effectLst/>
                <a:latin typeface="Calibri" panose="020F0502020204030204" pitchFamily="34" charset="0"/>
              </a:rPr>
              <a:t>Recap</a:t>
            </a:r>
            <a:endParaRPr lang="en-US"/>
          </a:p>
        </p:txBody>
      </p:sp>
      <p:sp>
        <p:nvSpPr>
          <p:cNvPr id="6" name="Text Placeholder 3">
            <a:extLst>
              <a:ext uri="{FF2B5EF4-FFF2-40B4-BE49-F238E27FC236}">
                <a16:creationId xmlns:a16="http://schemas.microsoft.com/office/drawing/2014/main" id="{F5732A9B-320C-B1E3-3F25-214B04141BE3}"/>
              </a:ext>
            </a:extLst>
          </p:cNvPr>
          <p:cNvSpPr txBox="1">
            <a:spLocks/>
          </p:cNvSpPr>
          <p:nvPr/>
        </p:nvSpPr>
        <p:spPr>
          <a:xfrm>
            <a:off x="695077" y="1439186"/>
            <a:ext cx="10515600" cy="3442916"/>
          </a:xfrm>
          <a:prstGeom prst="rect">
            <a:avLst/>
          </a:prstGeom>
        </p:spPr>
        <p:txBody>
          <a:bodyPr vert="horz" lIns="118872" tIns="45720" rIns="91440" bIns="45720" rtlCol="0" anchor="ctr" anchorCtr="0">
            <a:normAutofit/>
          </a:bodyPr>
          <a:lstStyle>
            <a:lvl1pPr marL="0" indent="0" algn="l" defTabSz="914400" rtl="0" eaLnBrk="1" latinLnBrk="0" hangingPunct="1">
              <a:lnSpc>
                <a:spcPct val="90000"/>
              </a:lnSpc>
              <a:spcBef>
                <a:spcPts val="1000"/>
              </a:spcBef>
              <a:buClr>
                <a:schemeClr val="accent1"/>
              </a:buClr>
              <a:buSzPct val="100000"/>
              <a:buFont typeface="Arial" panose="020B0604020202020204" pitchFamily="34" charset="0"/>
              <a:buNone/>
              <a:defRPr sz="1400" b="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Clr>
                <a:schemeClr val="accent1"/>
              </a:buClr>
              <a:buSzPct val="100000"/>
              <a:buFont typeface="Arial" panose="020B0604020202020204" pitchFamily="34" charset="0"/>
              <a:buChar char="•"/>
              <a:defRPr sz="1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200" dirty="0">
                <a:latin typeface="+mn-lt"/>
                <a:cs typeface="Calibri" panose="020F0502020204030204" pitchFamily="34" charset="0"/>
              </a:rPr>
              <a:t>Power BI Elements – Desktop, Service</a:t>
            </a:r>
          </a:p>
          <a:p>
            <a:pPr marL="342900" indent="-342900">
              <a:buFont typeface="Arial" panose="020B0604020202020204" pitchFamily="34" charset="0"/>
              <a:buChar char="•"/>
            </a:pPr>
            <a:r>
              <a:rPr lang="en-US" sz="1200" dirty="0">
                <a:latin typeface="+mn-lt"/>
                <a:cs typeface="Calibri" panose="020F0502020204030204" pitchFamily="34" charset="0"/>
              </a:rPr>
              <a:t>Connect to Data and create visualizations and reports</a:t>
            </a:r>
          </a:p>
          <a:p>
            <a:pPr marL="342900" indent="-342900">
              <a:buFont typeface="Arial" panose="020B0604020202020204" pitchFamily="34" charset="0"/>
              <a:buChar char="•"/>
            </a:pPr>
            <a:r>
              <a:rPr lang="en-US" sz="1200" dirty="0">
                <a:latin typeface="+mn-lt"/>
                <a:cs typeface="Calibri" panose="020F0502020204030204" pitchFamily="34" charset="0"/>
              </a:rPr>
              <a:t>Transform Data using Power Query</a:t>
            </a:r>
          </a:p>
          <a:p>
            <a:pPr marL="342900" indent="-342900">
              <a:buFont typeface="Arial" panose="020B0604020202020204" pitchFamily="34" charset="0"/>
              <a:buChar char="•"/>
            </a:pPr>
            <a:r>
              <a:rPr lang="en-US" sz="1200" dirty="0">
                <a:latin typeface="+mn-lt"/>
                <a:cs typeface="Calibri" panose="020F0502020204030204" pitchFamily="34" charset="0"/>
              </a:rPr>
              <a:t>Create Columns and Measures using DAX</a:t>
            </a:r>
          </a:p>
          <a:p>
            <a:pPr marL="342900" indent="-342900">
              <a:buFont typeface="Arial" panose="020B0604020202020204" pitchFamily="34" charset="0"/>
              <a:buChar char="•"/>
            </a:pPr>
            <a:r>
              <a:rPr lang="en-US" sz="1200" dirty="0">
                <a:latin typeface="+mn-lt"/>
                <a:cs typeface="Calibri" panose="020F0502020204030204" pitchFamily="34" charset="0"/>
              </a:rPr>
              <a:t>Create Visualizations with options of filters, drill-up/down</a:t>
            </a:r>
          </a:p>
          <a:p>
            <a:pPr marL="342900" indent="-342900">
              <a:buFont typeface="Arial" panose="020B0604020202020204" pitchFamily="34" charset="0"/>
              <a:buChar char="•"/>
            </a:pPr>
            <a:r>
              <a:rPr lang="en-US" sz="1200" dirty="0">
                <a:latin typeface="+mn-lt"/>
                <a:cs typeface="Calibri" panose="020F0502020204030204" pitchFamily="34" charset="0"/>
              </a:rPr>
              <a:t>Create Roles for Row Level security &amp; a brief introduction to Object Level security</a:t>
            </a:r>
          </a:p>
          <a:p>
            <a:pPr marL="342900" indent="-342900">
              <a:buFont typeface="Arial" panose="020B0604020202020204" pitchFamily="34" charset="0"/>
              <a:buChar char="•"/>
            </a:pPr>
            <a:r>
              <a:rPr lang="en-US" sz="1200" dirty="0">
                <a:latin typeface="+mn-lt"/>
                <a:cs typeface="Calibri" panose="020F0502020204030204" pitchFamily="34" charset="0"/>
              </a:rPr>
              <a:t>Adding more </a:t>
            </a:r>
            <a:r>
              <a:rPr lang="en-US" sz="1200" dirty="0" err="1">
                <a:latin typeface="+mn-lt"/>
                <a:cs typeface="Calibri" panose="020F0502020204030204" pitchFamily="34" charset="0"/>
              </a:rPr>
              <a:t>Datasources</a:t>
            </a:r>
            <a:r>
              <a:rPr lang="en-US" sz="1200" dirty="0">
                <a:latin typeface="+mn-lt"/>
                <a:cs typeface="Calibri" panose="020F0502020204030204" pitchFamily="34" charset="0"/>
              </a:rPr>
              <a:t> and Modelling for analysis</a:t>
            </a:r>
          </a:p>
          <a:p>
            <a:pPr marL="342900" indent="-342900">
              <a:buFont typeface="Arial" panose="020B0604020202020204" pitchFamily="34" charset="0"/>
              <a:buChar char="•"/>
            </a:pPr>
            <a:r>
              <a:rPr lang="en-US" sz="1200" dirty="0">
                <a:latin typeface="+mn-lt"/>
                <a:cs typeface="Calibri" panose="020F0502020204030204" pitchFamily="34" charset="0"/>
              </a:rPr>
              <a:t>Publish to Workspace for viewing the report on Service</a:t>
            </a:r>
          </a:p>
          <a:p>
            <a:pPr marL="342900" indent="-342900">
              <a:buFont typeface="Arial" panose="020B0604020202020204" pitchFamily="34" charset="0"/>
              <a:buChar char="•"/>
            </a:pPr>
            <a:r>
              <a:rPr lang="en-US" sz="1200" dirty="0">
                <a:latin typeface="+mn-lt"/>
                <a:cs typeface="Calibri" panose="020F0502020204030204" pitchFamily="34" charset="0"/>
              </a:rPr>
              <a:t>Navigating Service and Report options of Share/Collaborate/subscribe apart from the options on Desktop</a:t>
            </a:r>
          </a:p>
          <a:p>
            <a:pPr marL="342900" indent="-342900">
              <a:buFont typeface="Arial" panose="020B0604020202020204" pitchFamily="34" charset="0"/>
              <a:buChar char="•"/>
            </a:pPr>
            <a:r>
              <a:rPr lang="en-US" sz="1200" dirty="0">
                <a:latin typeface="+mn-lt"/>
                <a:cs typeface="Calibri" panose="020F0502020204030204" pitchFamily="34" charset="0"/>
              </a:rPr>
              <a:t>Embed Power App to Power BI</a:t>
            </a:r>
          </a:p>
          <a:p>
            <a:pPr marL="342900" indent="-342900">
              <a:buFont typeface="Arial" panose="020B0604020202020204" pitchFamily="34" charset="0"/>
              <a:buChar char="•"/>
            </a:pPr>
            <a:r>
              <a:rPr lang="en-US" sz="1200" dirty="0">
                <a:latin typeface="+mn-lt"/>
                <a:cs typeface="Calibri" panose="020F0502020204030204" pitchFamily="34" charset="0"/>
              </a:rPr>
              <a:t>Multiple layers of Security</a:t>
            </a:r>
          </a:p>
        </p:txBody>
      </p:sp>
    </p:spTree>
    <p:extLst>
      <p:ext uri="{BB962C8B-B14F-4D97-AF65-F5344CB8AC3E}">
        <p14:creationId xmlns:p14="http://schemas.microsoft.com/office/powerpoint/2010/main" val="677552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C17C0E-33B7-C267-9308-8C09BDC583FE}"/>
              </a:ext>
            </a:extLst>
          </p:cNvPr>
          <p:cNvSpPr>
            <a:spLocks noGrp="1"/>
          </p:cNvSpPr>
          <p:nvPr>
            <p:ph type="title"/>
          </p:nvPr>
        </p:nvSpPr>
        <p:spPr/>
        <p:txBody>
          <a:bodyPr>
            <a:normAutofit/>
          </a:bodyPr>
          <a:lstStyle/>
          <a:p>
            <a:r>
              <a:rPr lang="en-US" sz="3200">
                <a:effectLst/>
                <a:latin typeface="Calibri" panose="020F0502020204030204" pitchFamily="34" charset="0"/>
              </a:rPr>
              <a:t>Additional links for Power BI Service</a:t>
            </a:r>
            <a:endParaRPr lang="en-US"/>
          </a:p>
        </p:txBody>
      </p:sp>
      <p:sp>
        <p:nvSpPr>
          <p:cNvPr id="5" name="Text Placeholder 4">
            <a:extLst>
              <a:ext uri="{FF2B5EF4-FFF2-40B4-BE49-F238E27FC236}">
                <a16:creationId xmlns:a16="http://schemas.microsoft.com/office/drawing/2014/main" id="{A0868731-D703-6FE5-74CC-C07C20EED516}"/>
              </a:ext>
            </a:extLst>
          </p:cNvPr>
          <p:cNvSpPr>
            <a:spLocks noGrp="1"/>
          </p:cNvSpPr>
          <p:nvPr>
            <p:ph type="body" sz="quarter" idx="26"/>
          </p:nvPr>
        </p:nvSpPr>
        <p:spPr>
          <a:xfrm>
            <a:off x="838200" y="1417522"/>
            <a:ext cx="10515600" cy="4022955"/>
          </a:xfrm>
        </p:spPr>
        <p:txBody>
          <a:bodyPr>
            <a:normAutofit/>
          </a:bodyPr>
          <a:lstStyle/>
          <a:p>
            <a:pPr marL="342900" indent="-342900">
              <a:buFont typeface="Arial" panose="020B0604020202020204" pitchFamily="34" charset="0"/>
              <a:buChar char="•"/>
            </a:pPr>
            <a:r>
              <a:rPr lang="en-US" sz="1200">
                <a:latin typeface="+mn-lt"/>
                <a:cs typeface="Calibri" panose="020F0502020204030204" pitchFamily="34" charset="0"/>
                <a:hlinkClick r:id="rId2">
                  <a:extLst>
                    <a:ext uri="{A12FA001-AC4F-418D-AE19-62706E023703}">
                      <ahyp:hlinkClr xmlns:ahyp="http://schemas.microsoft.com/office/drawing/2018/hyperlinkcolor" val="tx"/>
                    </a:ext>
                  </a:extLst>
                </a:hlinkClick>
              </a:rPr>
              <a:t>Sign-in</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3">
                  <a:extLst>
                    <a:ext uri="{A12FA001-AC4F-418D-AE19-62706E023703}">
                      <ahyp:hlinkClr xmlns:ahyp="http://schemas.microsoft.com/office/drawing/2018/hyperlinkcolor" val="tx"/>
                    </a:ext>
                  </a:extLst>
                </a:hlinkClick>
              </a:rPr>
              <a:t>Explore Power BI as a Business users</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4">
                  <a:extLst>
                    <a:ext uri="{A12FA001-AC4F-418D-AE19-62706E023703}">
                      <ahyp:hlinkClr xmlns:ahyp="http://schemas.microsoft.com/office/drawing/2018/hyperlinkcolor" val="tx"/>
                    </a:ext>
                  </a:extLst>
                </a:hlinkClick>
              </a:rPr>
              <a:t>Sorting a Report</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5">
                  <a:extLst>
                    <a:ext uri="{A12FA001-AC4F-418D-AE19-62706E023703}">
                      <ahyp:hlinkClr xmlns:ahyp="http://schemas.microsoft.com/office/drawing/2018/hyperlinkcolor" val="tx"/>
                    </a:ext>
                  </a:extLst>
                </a:hlinkClick>
              </a:rPr>
              <a:t>Filters in a report</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6">
                  <a:extLst>
                    <a:ext uri="{A12FA001-AC4F-418D-AE19-62706E023703}">
                      <ahyp:hlinkClr xmlns:ahyp="http://schemas.microsoft.com/office/drawing/2018/hyperlinkcolor" val="tx"/>
                    </a:ext>
                  </a:extLst>
                </a:hlinkClick>
              </a:rPr>
              <a:t>Slicers in a report</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7">
                  <a:extLst>
                    <a:ext uri="{A12FA001-AC4F-418D-AE19-62706E023703}">
                      <ahyp:hlinkClr xmlns:ahyp="http://schemas.microsoft.com/office/drawing/2018/hyperlinkcolor" val="tx"/>
                    </a:ext>
                  </a:extLst>
                </a:hlinkClick>
              </a:rPr>
              <a:t>Drill mode</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 action="ppaction://noaction">
                  <a:extLst>
                    <a:ext uri="{A12FA001-AC4F-418D-AE19-62706E023703}">
                      <ahyp:hlinkClr xmlns:ahyp="http://schemas.microsoft.com/office/drawing/2018/hyperlinkcolor" val="tx"/>
                    </a:ext>
                  </a:extLst>
                </a:hlinkClick>
              </a:rPr>
              <a:t>Collaborating on reports with user comments</a:t>
            </a:r>
          </a:p>
          <a:p>
            <a:pPr marL="342900" indent="-342900">
              <a:buFont typeface="Arial" panose="020B0604020202020204" pitchFamily="34" charset="0"/>
              <a:buChar char="•"/>
            </a:pPr>
            <a:r>
              <a:rPr lang="en-US" sz="1200">
                <a:latin typeface="+mn-lt"/>
                <a:cs typeface="Calibri" panose="020F0502020204030204" pitchFamily="34" charset="0"/>
                <a:hlinkClick r:id="" action="ppaction://noaction">
                  <a:extLst>
                    <a:ext uri="{A12FA001-AC4F-418D-AE19-62706E023703}">
                      <ahyp:hlinkClr xmlns:ahyp="http://schemas.microsoft.com/office/drawing/2018/hyperlinkcolor" val="tx"/>
                    </a:ext>
                  </a:extLst>
                </a:hlinkClick>
              </a:rPr>
              <a:t>Integrating reports into Team meetings</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 action="ppaction://noaction">
                  <a:extLst>
                    <a:ext uri="{A12FA001-AC4F-418D-AE19-62706E023703}">
                      <ahyp:hlinkClr xmlns:ahyp="http://schemas.microsoft.com/office/drawing/2018/hyperlinkcolor" val="tx"/>
                    </a:ext>
                  </a:extLst>
                </a:hlinkClick>
              </a:rPr>
              <a:t>Exploring Power BI Web (official term – service)</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8">
                  <a:extLst>
                    <a:ext uri="{A12FA001-AC4F-418D-AE19-62706E023703}">
                      <ahyp:hlinkClr xmlns:ahyp="http://schemas.microsoft.com/office/drawing/2018/hyperlinkcolor" val="tx"/>
                    </a:ext>
                  </a:extLst>
                </a:hlinkClick>
              </a:rPr>
              <a:t>Explore Power BI Home</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9">
                  <a:extLst>
                    <a:ext uri="{A12FA001-AC4F-418D-AE19-62706E023703}">
                      <ahyp:hlinkClr xmlns:ahyp="http://schemas.microsoft.com/office/drawing/2018/hyperlinkcolor" val="tx"/>
                    </a:ext>
                  </a:extLst>
                </a:hlinkClick>
              </a:rPr>
              <a:t>Explore Reports</a:t>
            </a:r>
            <a:endParaRPr lang="en-US" sz="1200">
              <a:latin typeface="+mn-lt"/>
              <a:cs typeface="Calibri" panose="020F0502020204030204" pitchFamily="34" charset="0"/>
              <a:hlinkClick r:id="" action="ppaction://noaction">
                <a:extLst>
                  <a:ext uri="{A12FA001-AC4F-418D-AE19-62706E023703}">
                    <ahyp:hlinkClr xmlns:ahyp="http://schemas.microsoft.com/office/drawing/2018/hyperlinkcolor" val="tx"/>
                  </a:ext>
                </a:extLst>
              </a:hlinkClick>
            </a:endParaRPr>
          </a:p>
          <a:p>
            <a:pPr marL="342900" indent="-342900">
              <a:buFont typeface="Arial" panose="020B0604020202020204" pitchFamily="34" charset="0"/>
              <a:buChar char="•"/>
            </a:pPr>
            <a:r>
              <a:rPr lang="en-US" sz="1200">
                <a:latin typeface="+mn-lt"/>
                <a:cs typeface="Calibri" panose="020F0502020204030204" pitchFamily="34" charset="0"/>
                <a:hlinkClick r:id="" action="ppaction://noaction">
                  <a:extLst>
                    <a:ext uri="{A12FA001-AC4F-418D-AE19-62706E023703}">
                      <ahyp:hlinkClr xmlns:ahyp="http://schemas.microsoft.com/office/drawing/2018/hyperlinkcolor" val="tx"/>
                    </a:ext>
                  </a:extLst>
                </a:hlinkClick>
              </a:rPr>
              <a:t>Features as free user</a:t>
            </a:r>
            <a:endParaRPr lang="en-US" sz="1200">
              <a:latin typeface="+mn-lt"/>
              <a:cs typeface="Calibri" panose="020F0502020204030204" pitchFamily="34" charset="0"/>
            </a:endParaRPr>
          </a:p>
          <a:p>
            <a:pPr marL="342900" indent="-342900">
              <a:buFont typeface="Arial" panose="020B0604020202020204" pitchFamily="34" charset="0"/>
              <a:buChar char="•"/>
            </a:pPr>
            <a:r>
              <a:rPr lang="en-US" sz="1200">
                <a:latin typeface="+mn-lt"/>
                <a:cs typeface="Calibri" panose="020F0502020204030204" pitchFamily="34" charset="0"/>
                <a:hlinkClick r:id="rId10">
                  <a:extLst>
                    <a:ext uri="{A12FA001-AC4F-418D-AE19-62706E023703}">
                      <ahyp:hlinkClr xmlns:ahyp="http://schemas.microsoft.com/office/drawing/2018/hyperlinkcolor" val="tx"/>
                    </a:ext>
                  </a:extLst>
                </a:hlinkClick>
              </a:rPr>
              <a:t>Copying a visual into other application</a:t>
            </a:r>
            <a:endParaRPr lang="en-US" sz="1200">
              <a:latin typeface="+mn-lt"/>
              <a:cs typeface="Calibri" panose="020F0502020204030204" pitchFamily="34" charset="0"/>
            </a:endParaRP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2781634451"/>
      </p:ext>
    </p:extLst>
  </p:cSld>
  <p:clrMapOvr>
    <a:masterClrMapping/>
  </p:clrMapOvr>
</p:sld>
</file>

<file path=ppt/theme/theme1.xml><?xml version="1.0" encoding="utf-8"?>
<a:theme xmlns:a="http://schemas.openxmlformats.org/drawingml/2006/main" name="FTC Theme">
  <a:themeElements>
    <a:clrScheme name="FTC Solar">
      <a:dk1>
        <a:srgbClr val="004059"/>
      </a:dk1>
      <a:lt1>
        <a:srgbClr val="FFFFFF"/>
      </a:lt1>
      <a:dk2>
        <a:srgbClr val="231F20"/>
      </a:dk2>
      <a:lt2>
        <a:srgbClr val="CCD9DE"/>
      </a:lt2>
      <a:accent1>
        <a:srgbClr val="FFC712"/>
      </a:accent1>
      <a:accent2>
        <a:srgbClr val="FF9D5A"/>
      </a:accent2>
      <a:accent3>
        <a:srgbClr val="4AD9D9"/>
      </a:accent3>
      <a:accent4>
        <a:srgbClr val="F25252"/>
      </a:accent4>
      <a:accent5>
        <a:srgbClr val="809FAC"/>
      </a:accent5>
      <a:accent6>
        <a:srgbClr val="70AD47"/>
      </a:accent6>
      <a:hlink>
        <a:srgbClr val="FF9D5A"/>
      </a:hlink>
      <a:folHlink>
        <a:srgbClr val="FF9D5A"/>
      </a:folHlink>
    </a:clrScheme>
    <a:fontScheme name="FTC Solar">
      <a:majorFont>
        <a:latin typeface="Montserrat"/>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oyager Theme">
  <a:themeElements>
    <a:clrScheme name="FTC Solar">
      <a:dk1>
        <a:srgbClr val="004059"/>
      </a:dk1>
      <a:lt1>
        <a:srgbClr val="FFFFFF"/>
      </a:lt1>
      <a:dk2>
        <a:srgbClr val="231F20"/>
      </a:dk2>
      <a:lt2>
        <a:srgbClr val="CCD9DE"/>
      </a:lt2>
      <a:accent1>
        <a:srgbClr val="FFC712"/>
      </a:accent1>
      <a:accent2>
        <a:srgbClr val="FF9D5A"/>
      </a:accent2>
      <a:accent3>
        <a:srgbClr val="4AD9D9"/>
      </a:accent3>
      <a:accent4>
        <a:srgbClr val="F25252"/>
      </a:accent4>
      <a:accent5>
        <a:srgbClr val="809FAC"/>
      </a:accent5>
      <a:accent6>
        <a:srgbClr val="70AD47"/>
      </a:accent6>
      <a:hlink>
        <a:srgbClr val="FF9D5A"/>
      </a:hlink>
      <a:folHlink>
        <a:srgbClr val="FF9D5A"/>
      </a:folHlink>
    </a:clrScheme>
    <a:fontScheme name="FTC Solar">
      <a:majorFont>
        <a:latin typeface="Montserrat"/>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BEAFBC098ED9B4B809CF59BE1F1E7C4" ma:contentTypeVersion="6" ma:contentTypeDescription="Create a new document." ma:contentTypeScope="" ma:versionID="c76fefddc8a5d2c58cfa0dead9bedb5e">
  <xsd:schema xmlns:xsd="http://www.w3.org/2001/XMLSchema" xmlns:xs="http://www.w3.org/2001/XMLSchema" xmlns:p="http://schemas.microsoft.com/office/2006/metadata/properties" xmlns:ns2="faf0a466-4c31-4561-8617-5a7446e74794" xmlns:ns3="b5d68f64-6c4b-4ebb-baa7-37910b73859b" targetNamespace="http://schemas.microsoft.com/office/2006/metadata/properties" ma:root="true" ma:fieldsID="78048c8fbfc92167d2dd2551c63061d4" ns2:_="" ns3:_="">
    <xsd:import namespace="faf0a466-4c31-4561-8617-5a7446e74794"/>
    <xsd:import namespace="b5d68f64-6c4b-4ebb-baa7-37910b73859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f0a466-4c31-4561-8617-5a7446e7479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d68f64-6c4b-4ebb-baa7-37910b73859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af0a466-4c31-4561-8617-5a7446e74794">
      <UserInfo>
        <DisplayName>Romaine Gregory</DisplayName>
        <AccountId>69</AccountId>
        <AccountType/>
      </UserInfo>
      <UserInfo>
        <DisplayName>Jordan Bonk</DisplayName>
        <AccountId>66</AccountId>
        <AccountType/>
      </UserInfo>
      <UserInfo>
        <DisplayName>Prabhu Selvaraj</DisplayName>
        <AccountId>58</AccountId>
        <AccountType/>
      </UserInfo>
      <UserInfo>
        <DisplayName>Nehul Jain</DisplayName>
        <AccountId>74</AccountId>
        <AccountType/>
      </UserInfo>
      <UserInfo>
        <DisplayName>Sonja McCracken</DisplayName>
        <AccountId>63</AccountId>
        <AccountType/>
      </UserInfo>
      <UserInfo>
        <DisplayName>Aaron Vernon</DisplayName>
        <AccountId>47</AccountId>
        <AccountType/>
      </UserInfo>
    </SharedWithUsers>
  </documentManagement>
</p:properties>
</file>

<file path=customXml/itemProps1.xml><?xml version="1.0" encoding="utf-8"?>
<ds:datastoreItem xmlns:ds="http://schemas.openxmlformats.org/officeDocument/2006/customXml" ds:itemID="{4CB25CF7-EB47-435E-AF43-2F2F8E85E0D4}">
  <ds:schemaRefs>
    <ds:schemaRef ds:uri="b5d68f64-6c4b-4ebb-baa7-37910b73859b"/>
    <ds:schemaRef ds:uri="faf0a466-4c31-4561-8617-5a7446e747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6050376-388B-466A-8A10-8A3D6429CF27}">
  <ds:schemaRefs>
    <ds:schemaRef ds:uri="http://schemas.microsoft.com/sharepoint/v3/contenttype/forms"/>
  </ds:schemaRefs>
</ds:datastoreItem>
</file>

<file path=customXml/itemProps3.xml><?xml version="1.0" encoding="utf-8"?>
<ds:datastoreItem xmlns:ds="http://schemas.openxmlformats.org/officeDocument/2006/customXml" ds:itemID="{F5C4334A-87F2-4BA6-91FF-9811B9729849}">
  <ds:schemaRefs>
    <ds:schemaRef ds:uri="b5d68f64-6c4b-4ebb-baa7-37910b73859b"/>
    <ds:schemaRef ds:uri="faf0a466-4c31-4561-8617-5a7446e7479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TotalTime>
  <Words>1438</Words>
  <Application>Microsoft Office PowerPoint</Application>
  <PresentationFormat>Widescreen</PresentationFormat>
  <Paragraphs>194</Paragraphs>
  <Slides>11</Slides>
  <Notes>1</Notes>
  <HiddenSlides>2</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Arial</vt:lpstr>
      <vt:lpstr>Calibri</vt:lpstr>
      <vt:lpstr>Montserrat Medium</vt:lpstr>
      <vt:lpstr>Montserrat SemiBold</vt:lpstr>
      <vt:lpstr>Open Sans</vt:lpstr>
      <vt:lpstr>FTC Theme</vt:lpstr>
      <vt:lpstr>Voyager Theme</vt:lpstr>
      <vt:lpstr>Power BI - EDGE Session</vt:lpstr>
      <vt:lpstr>AGENDA</vt:lpstr>
      <vt:lpstr>Introduction to Power BI</vt:lpstr>
      <vt:lpstr>Introduction to Power BI</vt:lpstr>
      <vt:lpstr>Introduction to Power BI</vt:lpstr>
      <vt:lpstr>Introduction to Power BI</vt:lpstr>
      <vt:lpstr>Desktop &amp; Service</vt:lpstr>
      <vt:lpstr>Embedding Power Apps in Power BI</vt:lpstr>
      <vt:lpstr>Security Aspects in Power BI</vt:lpstr>
      <vt:lpstr>Recap</vt:lpstr>
      <vt:lpstr>Additional links for Power BI Service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Ganske</dc:creator>
  <cp:lastModifiedBy>Anusha Ananth</cp:lastModifiedBy>
  <cp:revision>1</cp:revision>
  <cp:lastPrinted>2021-07-13T20:27:00Z</cp:lastPrinted>
  <dcterms:created xsi:type="dcterms:W3CDTF">2020-09-29T13:23:01Z</dcterms:created>
  <dcterms:modified xsi:type="dcterms:W3CDTF">2023-06-05T12:47:41Z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0x0101007BEAFBC098ED9B4B809CF59BE1F1E7C4</vt:lpwstr>
  </property>
</Properties>
</file>