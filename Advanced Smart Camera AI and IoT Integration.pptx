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6b25791cf8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6b25791cf8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6b25791cf8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6b25791cf8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6b25791cf8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6b25791cf8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6b25791cf8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6b25791cf8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6b25791cf8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6b25791cf8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Advanced Smart Camera AI and IoT Integration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Elevating Home Automation Through Cutting-Edge Technology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Project Overview: Enhancing Arlo's Smart Camera Capabilities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4765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700">
                <a:solidFill>
                  <a:schemeClr val="dk1"/>
                </a:solidFill>
              </a:rPr>
              <a:t>Domain:</a:t>
            </a:r>
            <a:r>
              <a:rPr lang="en-GB" sz="1700">
                <a:solidFill>
                  <a:schemeClr val="dk1"/>
                </a:solidFill>
              </a:rPr>
              <a:t> Smart Camera AI, IoT (Internet of Things)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700">
                <a:solidFill>
                  <a:schemeClr val="dk1"/>
                </a:solidFill>
              </a:rPr>
              <a:t>Duration:</a:t>
            </a:r>
            <a:r>
              <a:rPr lang="en-GB" sz="1700">
                <a:solidFill>
                  <a:schemeClr val="dk1"/>
                </a:solidFill>
              </a:rPr>
              <a:t> September 2018 - February 2020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700">
                <a:solidFill>
                  <a:schemeClr val="dk1"/>
                </a:solidFill>
              </a:rPr>
              <a:t>The Challenge:</a:t>
            </a:r>
            <a:r>
              <a:rPr lang="en-GB" sz="1700">
                <a:solidFill>
                  <a:schemeClr val="dk1"/>
                </a:solidFill>
              </a:rPr>
              <a:t> Arlo Technologies sought to significantly upgrade its smart camera backend for video streaming and integrate advanced AI/ML for enhanced image detection.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700">
                <a:solidFill>
                  <a:schemeClr val="dk1"/>
                </a:solidFill>
              </a:rPr>
              <a:t>The Solution:</a:t>
            </a:r>
            <a:r>
              <a:rPr lang="en-GB" sz="1700">
                <a:solidFill>
                  <a:schemeClr val="dk1"/>
                </a:solidFill>
              </a:rPr>
              <a:t> A comprehensive backend re-architecture and implementation leveraging modern cloud, AI/ML, and real-time processing technologies to elevate Arlo's smart camera ecosystem.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Architectural Design &amp; Core Technology Integrations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400">
                <a:solidFill>
                  <a:schemeClr val="dk1"/>
                </a:solidFill>
              </a:rPr>
              <a:t>Architectural Focus:</a:t>
            </a:r>
            <a:r>
              <a:rPr lang="en-GB" sz="1400">
                <a:solidFill>
                  <a:schemeClr val="dk1"/>
                </a:solidFill>
              </a:rPr>
              <a:t> Deep dive into project requirements to design a robust backend for high-volume video streaming and sophisticated AI/ML processing.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400">
                <a:solidFill>
                  <a:schemeClr val="dk1"/>
                </a:solidFill>
              </a:rPr>
              <a:t>Efficient Video Streaming:</a:t>
            </a:r>
            <a:r>
              <a:rPr lang="en-GB" sz="1400">
                <a:solidFill>
                  <a:schemeClr val="dk1"/>
                </a:solidFill>
              </a:rPr>
              <a:t> Introduced </a:t>
            </a:r>
            <a:r>
              <a:rPr b="1" lang="en-GB" sz="1400">
                <a:solidFill>
                  <a:schemeClr val="dk1"/>
                </a:solidFill>
              </a:rPr>
              <a:t>AWS Kinesis</a:t>
            </a:r>
            <a:r>
              <a:rPr lang="en-GB" sz="1400">
                <a:solidFill>
                  <a:schemeClr val="dk1"/>
                </a:solidFill>
              </a:rPr>
              <a:t> for scalable and efficient real-time video stream ingestion and processing.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400">
                <a:solidFill>
                  <a:schemeClr val="dk1"/>
                </a:solidFill>
              </a:rPr>
              <a:t>Enhanced API Management:</a:t>
            </a:r>
            <a:r>
              <a:rPr lang="en-GB" sz="1400">
                <a:solidFill>
                  <a:schemeClr val="dk1"/>
                </a:solidFill>
              </a:rPr>
              <a:t> Implemented </a:t>
            </a:r>
            <a:r>
              <a:rPr b="1" lang="en-GB" sz="1400">
                <a:solidFill>
                  <a:schemeClr val="dk1"/>
                </a:solidFill>
              </a:rPr>
              <a:t>API Gateway V2</a:t>
            </a:r>
            <a:r>
              <a:rPr lang="en-GB" sz="1400">
                <a:solidFill>
                  <a:schemeClr val="dk1"/>
                </a:solidFill>
              </a:rPr>
              <a:t> for optimized API routing, request handling, and secure communication for external and internal services.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400">
                <a:solidFill>
                  <a:schemeClr val="dk1"/>
                </a:solidFill>
              </a:rPr>
              <a:t>Real-time Data Processing:</a:t>
            </a:r>
            <a:r>
              <a:rPr lang="en-GB" sz="1400">
                <a:solidFill>
                  <a:schemeClr val="dk1"/>
                </a:solidFill>
              </a:rPr>
              <a:t> Leveraged </a:t>
            </a:r>
            <a:r>
              <a:rPr b="1" lang="en-GB" sz="1400">
                <a:solidFill>
                  <a:schemeClr val="dk1"/>
                </a:solidFill>
              </a:rPr>
              <a:t>Apache Kafka</a:t>
            </a:r>
            <a:r>
              <a:rPr lang="en-GB" sz="1400">
                <a:solidFill>
                  <a:schemeClr val="dk1"/>
                </a:solidFill>
              </a:rPr>
              <a:t> for high-throughput, low-latency real-time data processing, crucial for instantaneous AI/ML inference triggers and responses.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400">
                <a:solidFill>
                  <a:schemeClr val="dk1"/>
                </a:solidFill>
              </a:rPr>
              <a:t>Backend Framework:</a:t>
            </a:r>
            <a:r>
              <a:rPr lang="en-GB" sz="1400">
                <a:solidFill>
                  <a:schemeClr val="dk1"/>
                </a:solidFill>
              </a:rPr>
              <a:t> Utilized </a:t>
            </a:r>
            <a:r>
              <a:rPr b="1" lang="en-GB" sz="1400">
                <a:solidFill>
                  <a:schemeClr val="dk1"/>
                </a:solidFill>
              </a:rPr>
              <a:t>Flask</a:t>
            </a:r>
            <a:r>
              <a:rPr lang="en-GB" sz="1400">
                <a:solidFill>
                  <a:schemeClr val="dk1"/>
                </a:solidFill>
              </a:rPr>
              <a:t> (Python) for building robust web services and APIs.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400">
                <a:solidFill>
                  <a:schemeClr val="dk1"/>
                </a:solidFill>
              </a:rPr>
              <a:t>Database Management:</a:t>
            </a:r>
            <a:r>
              <a:rPr lang="en-GB" sz="1400">
                <a:solidFill>
                  <a:schemeClr val="dk1"/>
                </a:solidFill>
              </a:rPr>
              <a:t> Employed </a:t>
            </a:r>
            <a:r>
              <a:rPr b="1" lang="en-GB" sz="1400">
                <a:solidFill>
                  <a:schemeClr val="dk1"/>
                </a:solidFill>
              </a:rPr>
              <a:t>PostgreSQL</a:t>
            </a:r>
            <a:r>
              <a:rPr lang="en-GB" sz="1400">
                <a:solidFill>
                  <a:schemeClr val="dk1"/>
                </a:solidFill>
              </a:rPr>
              <a:t> for structured data and </a:t>
            </a:r>
            <a:r>
              <a:rPr b="1" lang="en-GB" sz="1400">
                <a:solidFill>
                  <a:schemeClr val="dk1"/>
                </a:solidFill>
              </a:rPr>
              <a:t>DynamoDB</a:t>
            </a:r>
            <a:r>
              <a:rPr lang="en-GB" sz="1400">
                <a:solidFill>
                  <a:schemeClr val="dk1"/>
                </a:solidFill>
              </a:rPr>
              <a:t> (NoSQL) for high-performance, flexible data storage, tailored for video and AI/ML processing needs.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AI/ML Processing &amp; Scalable Backend Development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695800" cy="38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400">
                <a:solidFill>
                  <a:schemeClr val="dk1"/>
                </a:solidFill>
              </a:rPr>
              <a:t>AI/ML Integration:</a:t>
            </a:r>
            <a:r>
              <a:rPr lang="en-GB" sz="1400">
                <a:solidFill>
                  <a:schemeClr val="dk1"/>
                </a:solidFill>
              </a:rPr>
              <a:t> Implemented advanced AI/ML processing for image detection using: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GB" sz="1400">
                <a:solidFill>
                  <a:schemeClr val="dk1"/>
                </a:solidFill>
              </a:rPr>
              <a:t>TensorFlow</a:t>
            </a:r>
            <a:r>
              <a:rPr lang="en-GB" sz="1400">
                <a:solidFill>
                  <a:schemeClr val="dk1"/>
                </a:solidFill>
              </a:rPr>
              <a:t> and </a:t>
            </a:r>
            <a:r>
              <a:rPr b="1" lang="en-GB" sz="1400">
                <a:solidFill>
                  <a:schemeClr val="dk1"/>
                </a:solidFill>
              </a:rPr>
              <a:t>Keras</a:t>
            </a:r>
            <a:r>
              <a:rPr lang="en-GB" sz="1400">
                <a:solidFill>
                  <a:schemeClr val="dk1"/>
                </a:solidFill>
              </a:rPr>
              <a:t> for building and training deep learning models.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GB" sz="1400">
                <a:solidFill>
                  <a:schemeClr val="dk1"/>
                </a:solidFill>
              </a:rPr>
              <a:t>OpenCV</a:t>
            </a:r>
            <a:r>
              <a:rPr lang="en-GB" sz="1400">
                <a:solidFill>
                  <a:schemeClr val="dk1"/>
                </a:solidFill>
              </a:rPr>
              <a:t> for image processing tasks.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GB" sz="1400">
                <a:solidFill>
                  <a:schemeClr val="dk1"/>
                </a:solidFill>
              </a:rPr>
              <a:t>Scikit-learn</a:t>
            </a:r>
            <a:r>
              <a:rPr lang="en-GB" sz="1400">
                <a:solidFill>
                  <a:schemeClr val="dk1"/>
                </a:solidFill>
              </a:rPr>
              <a:t> for traditional machine learning algorithms.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400">
                <a:solidFill>
                  <a:schemeClr val="dk1"/>
                </a:solidFill>
              </a:rPr>
              <a:t>Module Creation:</a:t>
            </a:r>
            <a:r>
              <a:rPr lang="en-GB" sz="1400">
                <a:solidFill>
                  <a:schemeClr val="dk1"/>
                </a:solidFill>
              </a:rPr>
              <a:t> Designed and developed the architecture for two critical backend modules, ensuring seamless integration with video streaming and AI/ML processing workflows.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400">
                <a:solidFill>
                  <a:schemeClr val="dk1"/>
                </a:solidFill>
              </a:rPr>
              <a:t>Serverless Computing:</a:t>
            </a:r>
            <a:r>
              <a:rPr lang="en-GB" sz="1400">
                <a:solidFill>
                  <a:schemeClr val="dk1"/>
                </a:solidFill>
              </a:rPr>
              <a:t> Utilized </a:t>
            </a:r>
            <a:r>
              <a:rPr b="1" lang="en-GB" sz="1400">
                <a:solidFill>
                  <a:schemeClr val="dk1"/>
                </a:solidFill>
              </a:rPr>
              <a:t>AWS Lambda</a:t>
            </a:r>
            <a:r>
              <a:rPr lang="en-GB" sz="1400">
                <a:solidFill>
                  <a:schemeClr val="dk1"/>
                </a:solidFill>
              </a:rPr>
              <a:t> for event-driven, scalable execution of specific AI/ML tasks and backend logic, optimizing resource usage.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400">
                <a:solidFill>
                  <a:schemeClr val="dk1"/>
                </a:solidFill>
              </a:rPr>
              <a:t>Caching &amp; Data Persistence:</a:t>
            </a:r>
            <a:r>
              <a:rPr lang="en-GB" sz="1400">
                <a:solidFill>
                  <a:schemeClr val="dk1"/>
                </a:solidFill>
              </a:rPr>
              <a:t> Employed </a:t>
            </a:r>
            <a:r>
              <a:rPr b="1" lang="en-GB" sz="1400">
                <a:solidFill>
                  <a:schemeClr val="dk1"/>
                </a:solidFill>
              </a:rPr>
              <a:t>Redis</a:t>
            </a:r>
            <a:r>
              <a:rPr lang="en-GB" sz="1400">
                <a:solidFill>
                  <a:schemeClr val="dk1"/>
                </a:solidFill>
              </a:rPr>
              <a:t> for high-speed data caching, enhancing system responsiveness.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400">
                <a:solidFill>
                  <a:schemeClr val="dk1"/>
                </a:solidFill>
              </a:rPr>
              <a:t>Containerization &amp; Orchestration:</a:t>
            </a:r>
            <a:r>
              <a:rPr lang="en-GB" sz="1400">
                <a:solidFill>
                  <a:schemeClr val="dk1"/>
                </a:solidFill>
              </a:rPr>
              <a:t> Leveraged </a:t>
            </a:r>
            <a:r>
              <a:rPr b="1" lang="en-GB" sz="1400">
                <a:solidFill>
                  <a:schemeClr val="dk1"/>
                </a:solidFill>
              </a:rPr>
              <a:t>Docker</a:t>
            </a:r>
            <a:r>
              <a:rPr lang="en-GB" sz="1400">
                <a:solidFill>
                  <a:schemeClr val="dk1"/>
                </a:solidFill>
              </a:rPr>
              <a:t> for consistent application packaging and </a:t>
            </a:r>
            <a:r>
              <a:rPr b="1" lang="en-GB" sz="1400">
                <a:solidFill>
                  <a:schemeClr val="dk1"/>
                </a:solidFill>
              </a:rPr>
              <a:t>Kubernetes</a:t>
            </a:r>
            <a:r>
              <a:rPr lang="en-GB" sz="1400">
                <a:solidFill>
                  <a:schemeClr val="dk1"/>
                </a:solidFill>
              </a:rPr>
              <a:t> for robust microservices orchestration, ensuring scalability and reliability.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My Role: Architecture, Development &amp; Collaboration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667600" cy="37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400">
                <a:solidFill>
                  <a:schemeClr val="dk1"/>
                </a:solidFill>
              </a:rPr>
              <a:t>Architect &amp; Innovator:</a:t>
            </a:r>
            <a:r>
              <a:rPr lang="en-GB" sz="1400">
                <a:solidFill>
                  <a:schemeClr val="dk1"/>
                </a:solidFill>
              </a:rPr>
              <a:t> Spearheaded the architectural design and technology integration for video streaming and backend AI/ML processing.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400">
                <a:solidFill>
                  <a:schemeClr val="dk1"/>
                </a:solidFill>
              </a:rPr>
              <a:t>Cross-Functional Collaboration: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400">
                <a:solidFill>
                  <a:schemeClr val="dk1"/>
                </a:solidFill>
              </a:rPr>
              <a:t>Worked closely with the development team to ensure adoption and mastery of new technologies.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400">
                <a:solidFill>
                  <a:schemeClr val="dk1"/>
                </a:solidFill>
              </a:rPr>
              <a:t>Collaborated with frontend and mobile app developers for optimal integration with the advanced backend.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400">
                <a:solidFill>
                  <a:schemeClr val="dk1"/>
                </a:solidFill>
              </a:rPr>
              <a:t>Documentation Excellence:</a:t>
            </a:r>
            <a:r>
              <a:rPr lang="en-GB" sz="1400">
                <a:solidFill>
                  <a:schemeClr val="dk1"/>
                </a:solidFill>
              </a:rPr>
              <a:t> Created detailed </a:t>
            </a:r>
            <a:r>
              <a:rPr b="1" lang="en-GB" sz="1400">
                <a:solidFill>
                  <a:schemeClr val="dk1"/>
                </a:solidFill>
              </a:rPr>
              <a:t>OpenAPI Swagger documents</a:t>
            </a:r>
            <a:r>
              <a:rPr lang="en-GB" sz="1400">
                <a:solidFill>
                  <a:schemeClr val="dk1"/>
                </a:solidFill>
              </a:rPr>
              <a:t> for clarity and reference across all newly integrated technologies.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400">
                <a:solidFill>
                  <a:schemeClr val="dk1"/>
                </a:solidFill>
              </a:rPr>
              <a:t>Database Optimization:</a:t>
            </a:r>
            <a:r>
              <a:rPr lang="en-GB" sz="1400">
                <a:solidFill>
                  <a:schemeClr val="dk1"/>
                </a:solidFill>
              </a:rPr>
              <a:t> Contributed to refining database designs to meet the stringent demands of video streaming and AI/ML data.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400">
                <a:solidFill>
                  <a:schemeClr val="dk1"/>
                </a:solidFill>
              </a:rPr>
              <a:t>Version Control:</a:t>
            </a:r>
            <a:r>
              <a:rPr lang="en-GB" sz="1400">
                <a:solidFill>
                  <a:schemeClr val="dk1"/>
                </a:solidFill>
              </a:rPr>
              <a:t> Utilized </a:t>
            </a:r>
            <a:r>
              <a:rPr b="1" lang="en-GB" sz="1400">
                <a:solidFill>
                  <a:schemeClr val="dk1"/>
                </a:solidFill>
              </a:rPr>
              <a:t>GitLab</a:t>
            </a:r>
            <a:r>
              <a:rPr lang="en-GB" sz="1400">
                <a:solidFill>
                  <a:schemeClr val="dk1"/>
                </a:solidFill>
              </a:rPr>
              <a:t> for collaborative code management and CI/CD pipelines.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Project Impact: Elevating Arlo's Smart Camera Experience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738100" cy="3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600">
                <a:solidFill>
                  <a:schemeClr val="dk1"/>
                </a:solidFill>
              </a:rPr>
              <a:t>Optimized Video Streaming:</a:t>
            </a:r>
            <a:r>
              <a:rPr lang="en-GB" sz="1600">
                <a:solidFill>
                  <a:schemeClr val="dk1"/>
                </a:solidFill>
              </a:rPr>
              <a:t> Successfully implemented </a:t>
            </a:r>
            <a:r>
              <a:rPr b="1" lang="en-GB" sz="1600">
                <a:solidFill>
                  <a:schemeClr val="dk1"/>
                </a:solidFill>
              </a:rPr>
              <a:t>AWS Kinesis</a:t>
            </a:r>
            <a:r>
              <a:rPr lang="en-GB" sz="1600">
                <a:solidFill>
                  <a:schemeClr val="dk1"/>
                </a:solidFill>
              </a:rPr>
              <a:t>, leading to significantly improved video streaming capabilities for Arlo's cameras.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600">
                <a:solidFill>
                  <a:schemeClr val="dk1"/>
                </a:solidFill>
              </a:rPr>
              <a:t>Superior API Management:</a:t>
            </a:r>
            <a:r>
              <a:rPr lang="en-GB" sz="1600">
                <a:solidFill>
                  <a:schemeClr val="dk1"/>
                </a:solidFill>
              </a:rPr>
              <a:t> Introduced </a:t>
            </a:r>
            <a:r>
              <a:rPr b="1" lang="en-GB" sz="1600">
                <a:solidFill>
                  <a:schemeClr val="dk1"/>
                </a:solidFill>
              </a:rPr>
              <a:t>API Gateway V2</a:t>
            </a:r>
            <a:r>
              <a:rPr lang="en-GB" sz="1600">
                <a:solidFill>
                  <a:schemeClr val="dk1"/>
                </a:solidFill>
              </a:rPr>
              <a:t>, ensuring robust and efficient communication between all system components.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600">
                <a:solidFill>
                  <a:schemeClr val="dk1"/>
                </a:solidFill>
              </a:rPr>
              <a:t>Real-time Responsiveness:</a:t>
            </a:r>
            <a:r>
              <a:rPr lang="en-GB" sz="1600">
                <a:solidFill>
                  <a:schemeClr val="dk1"/>
                </a:solidFill>
              </a:rPr>
              <a:t> Leveraged </a:t>
            </a:r>
            <a:r>
              <a:rPr b="1" lang="en-GB" sz="1600">
                <a:solidFill>
                  <a:schemeClr val="dk1"/>
                </a:solidFill>
              </a:rPr>
              <a:t>Kafka</a:t>
            </a:r>
            <a:r>
              <a:rPr lang="en-GB" sz="1600">
                <a:solidFill>
                  <a:schemeClr val="dk1"/>
                </a:solidFill>
              </a:rPr>
              <a:t> for real-time data processing, dramatically enhancing the system's responsiveness to image detection requests.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600">
                <a:solidFill>
                  <a:schemeClr val="dk1"/>
                </a:solidFill>
              </a:rPr>
              <a:t>Enhanced Security:</a:t>
            </a:r>
            <a:r>
              <a:rPr lang="en-GB" sz="1600">
                <a:solidFill>
                  <a:schemeClr val="dk1"/>
                </a:solidFill>
              </a:rPr>
              <a:t> Integrated cutting-edge technologies while upholding Arlo's stringent security standards, resulting in a highly secure and reliable smart camera ecosystem.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600">
                <a:solidFill>
                  <a:schemeClr val="dk1"/>
                </a:solidFill>
              </a:rPr>
              <a:t>Technological Upgrade:</a:t>
            </a:r>
            <a:r>
              <a:rPr lang="en-GB" sz="1600">
                <a:solidFill>
                  <a:schemeClr val="dk1"/>
                </a:solidFill>
              </a:rPr>
              <a:t> Achieved a major technological leap for Arlo, providing users with a more advanced, responsive, and secure home automation experience.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