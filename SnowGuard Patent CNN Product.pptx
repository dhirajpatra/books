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9d5c97a8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9d5c97a8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9d5c97a8a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9d5c97a8a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9d5c97a8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9d5c97a8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9d5c97a8a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9d5c97a8a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9d5c97a8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9d5c97a8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062525"/>
            <a:ext cx="8067300" cy="116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SnowGuard: Patented AI/ML for Solar Panel Protection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Revolutionizing Snow Accumulation Detection in Solar Plants by CNN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Overview: Addressing a Critical Challenge in Solar Energy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Domain:</a:t>
            </a:r>
            <a:r>
              <a:rPr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Solar Energy</a:t>
            </a:r>
            <a:endParaRPr sz="19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Duration:</a:t>
            </a:r>
            <a:r>
              <a:rPr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January 2022 - November 2023</a:t>
            </a:r>
            <a:endParaRPr sz="19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Problem:</a:t>
            </a:r>
            <a:r>
              <a:rPr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Snow accumulation on solar panels causes significant energy loss and potential infrastructure damage, leading to substantial financial setbacks.</a:t>
            </a:r>
            <a:endParaRPr sz="19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Solution:</a:t>
            </a:r>
            <a:r>
              <a:rPr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SnowGuard</a:t>
            </a:r>
            <a:r>
              <a:rPr lang="en-GB" sz="1908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a patented, AI/ML-driven application for timely and accurate detection of snow, ensuring proactive protection.</a:t>
            </a:r>
            <a:endParaRPr sz="1908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SnowGuard: Intelligent Detection &amp; Continuous Learning</a:t>
            </a:r>
            <a:endParaRPr/>
          </a:p>
        </p:txBody>
      </p:sp>
      <p:sp>
        <p:nvSpPr>
          <p:cNvPr id="80" name="Google Shape;80;p15"/>
          <p:cNvSpPr txBox="1"/>
          <p:nvPr>
            <p:ph idx="1" type="body"/>
          </p:nvPr>
        </p:nvSpPr>
        <p:spPr>
          <a:xfrm>
            <a:off x="471900" y="1919075"/>
            <a:ext cx="8436900" cy="31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 Technology: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AI/ML-based solution primarily using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Convolutional Neural Networks (CNN)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advanced image analysis.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Data Acquisition: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Integrated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microcontrollers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sensors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capture crucial real-time data from solar sites.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Intelligent Image Analysis: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CNN algorithms (e.g.,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AlexNet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VGG16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analyze images to precisely differentiate between clean and snow-covered panels.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 &amp; Adaptability:</a:t>
            </a:r>
            <a:endParaRPr b="1"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218"/>
              <a:buFont typeface="Arial"/>
              <a:buChar char="●"/>
            </a:pP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Developed a comprehensive dataset of images for training.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8"/>
              <a:buFont typeface="Arial"/>
              <a:buChar char="●"/>
            </a:pP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Trained ML algorithms to accurately identify snow.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591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8"/>
              <a:buFont typeface="Arial"/>
              <a:buChar char="●"/>
            </a:pP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Implemented </a:t>
            </a: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reinforcement learning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continuous operational updates and improved accuracy in real-world conditions.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1018"/>
              <a:buNone/>
            </a:pPr>
            <a:r>
              <a:rPr b="1"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Technologies:</a:t>
            </a:r>
            <a:r>
              <a:rPr lang="en-GB" sz="121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AI, ML, CNN, Python, Django, Environmental Sensors, Microcontrollers, Image Analysis.</a:t>
            </a:r>
            <a:endParaRPr sz="121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96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 the Hood: Advanced Technologies Driving SnowGuard</a:t>
            </a:r>
            <a:endParaRPr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1900" y="1919075"/>
            <a:ext cx="8507400" cy="30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23"/>
              <a:buNone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for CNNs:</a:t>
            </a:r>
            <a:endParaRPr b="1"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Leveraged pre-trained CNN architectures (</a:t>
            </a: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AlexNet, VGG16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to fine-tune models specifically for snow detection, ensuring high accuracy with reduced training time and resources.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523"/>
              <a:buNone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Data &amp; Sensing:</a:t>
            </a:r>
            <a:endParaRPr b="1"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</a:t>
            </a: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Microcontrollers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a network of </a:t>
            </a: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Environmental Sensors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(e.g., temperature, humidity) for comprehensive real-time data.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i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Consider if relevant to your project: Potential use of </a:t>
            </a:r>
            <a:r>
              <a:rPr b="1" i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Infrared Cameras</a:t>
            </a:r>
            <a:r>
              <a:rPr i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enhanced detection by identifying temperature differences.</a:t>
            </a:r>
            <a:endParaRPr i="1"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523"/>
              <a:buNone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Robust Wireless Communication:</a:t>
            </a:r>
            <a:endParaRPr b="1"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Utilized </a:t>
            </a: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Gizbee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(Zigbee) for robust, low-power wireless communication, ensuring reliable data transmission across distributed solar arrays.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SzPts val="523"/>
              <a:buNone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Development &amp; Deployment Ecosystem:</a:t>
            </a:r>
            <a:endParaRPr b="1"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Python: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Primary programming language, leveraging its rich AI/ML ecosystem.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Django: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Provided a scalable and secure web framework for the application's backend.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082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3"/>
              <a:buFont typeface="Arial"/>
              <a:buChar char="●"/>
            </a:pPr>
            <a:r>
              <a:rPr b="1"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Docker:</a:t>
            </a:r>
            <a:r>
              <a:rPr lang="en-GB" sz="82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Used for containerization, ensuring consistent development, testing, and seamless deployment across various project sites.</a:t>
            </a:r>
            <a:endParaRPr sz="82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500"/>
              </a:spcBef>
              <a:spcAft>
                <a:spcPts val="1200"/>
              </a:spcAft>
              <a:buSzPts val="523"/>
              <a:buNone/>
            </a:pPr>
            <a:r>
              <a:t/>
            </a:r>
            <a:endParaRPr sz="115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Driving Innovation: My Contribution to SnowGuard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465100" cy="30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Inventor &amp; Developer: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Conceptualized, initiated, and developed the patented SnowGuard application from the ground up.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End-to-End Project Leadership: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Managed the entire project lifecycle, encompassing conceptualization, development, rigorous testing, and successful on-site deployment.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Technical Authority: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Led the integration of microcontrollers, implementation of CNNs, and creation of critical training datasets.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Patented Solution: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Successfully secured a </a:t>
            </a: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patent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for SnowGuard, validating its unique and innovative approach to snow detection.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Preventive Capability: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Enabled early and accurate snow detection, facilitating timely corrective actions and preventing costly damage to solar infrastructure.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Adaptive Intelligence:</a:t>
            </a:r>
            <a:r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Implemented continuous learning mechanisms, allowing the system to adapt and enhance its accuracy based on real-world operational data.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SnowGuard's Impact: Safeguarding Solar Investments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1900" y="1919075"/>
            <a:ext cx="85356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Revolutionary Snow Detection: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Transformed traditional reactive snow management in solar plants into a proactive and intelligent approach.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Significant Cost Savings: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By safeguarding solar panels and infrastructure from snow-related damage, SnowGuard prevents millions of dollars in losses annually.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Enhanced Operational Efficiency: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Minimizes snow-related downtime, ensuring optimal energy output and maximizing plant efficiency.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Scalable &amp; Robust: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Designed for seamless integration and reliable functionality across diverse solar project sites.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Future Vision:</a:t>
            </a:r>
            <a:r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SnowGuard sets a new benchmark for intelligent maintenance in the solar energy sector, showcasing the profound impact of AI/ML in protecting critical infrastructure.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