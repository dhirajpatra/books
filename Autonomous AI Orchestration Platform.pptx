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9d602cb7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9d602cb7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9d602cb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9d602cb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9d602cb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9d602cb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9d602cb7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9d602cb7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9d602cb7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9d602cb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Autonomous AI Orchestration Platform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Multi-Agent Automation with LLMs, LangChain &amp; LangGraph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Overview: Revolutionizing Automation with AI Agents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89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Role:</a:t>
            </a:r>
            <a:r>
              <a:rPr lang="en-GB" sz="1700">
                <a:solidFill>
                  <a:schemeClr val="dk1"/>
                </a:solidFill>
              </a:rPr>
              <a:t> Architect &amp; Developer Engineer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The Vision:</a:t>
            </a:r>
            <a:r>
              <a:rPr lang="en-GB" sz="1700">
                <a:solidFill>
                  <a:schemeClr val="dk1"/>
                </a:solidFill>
              </a:rPr>
              <a:t> To design and build a sophisticated </a:t>
            </a:r>
            <a:r>
              <a:rPr b="1" lang="en-GB" sz="1700">
                <a:solidFill>
                  <a:schemeClr val="dk1"/>
                </a:solidFill>
              </a:rPr>
              <a:t>multi-agent AI application</a:t>
            </a:r>
            <a:r>
              <a:rPr lang="en-GB" sz="1700">
                <a:solidFill>
                  <a:schemeClr val="dk1"/>
                </a:solidFill>
              </a:rPr>
              <a:t> capable of perceiving, reasoning, making decisions, and executing complex tasks autonomously.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The Challenge:</a:t>
            </a:r>
            <a:r>
              <a:rPr lang="en-GB" sz="1700">
                <a:solidFill>
                  <a:schemeClr val="dk1"/>
                </a:solidFill>
              </a:rPr>
              <a:t> Automating intricate workflows often requires dynamic decision-making and adaptive planning beyond traditional rule-based systems.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The Solution:</a:t>
            </a:r>
            <a:r>
              <a:rPr lang="en-GB" sz="1700">
                <a:solidFill>
                  <a:schemeClr val="dk1"/>
                </a:solidFill>
              </a:rPr>
              <a:t> A cutting-edge platform leveraging </a:t>
            </a:r>
            <a:r>
              <a:rPr b="1" lang="en-GB" sz="1700">
                <a:solidFill>
                  <a:schemeClr val="dk1"/>
                </a:solidFill>
              </a:rPr>
              <a:t>Large Language Models (LLMs)</a:t>
            </a:r>
            <a:r>
              <a:rPr lang="en-GB" sz="1700">
                <a:solidFill>
                  <a:schemeClr val="dk1"/>
                </a:solidFill>
              </a:rPr>
              <a:t> and advanced agentic frameworks to create intelligent, collaborating AI agents.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Technologies: Intelligent Agents &amp; Local LLMs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Llama LLM:</a:t>
            </a:r>
            <a:r>
              <a:rPr lang="en-GB" sz="1400">
                <a:solidFill>
                  <a:schemeClr val="dk1"/>
                </a:solidFill>
              </a:rPr>
              <a:t> The foundational intelligence for each AI agent, providing capabilities for: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Natural Language Understanding (NLU)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Complex Reasoning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Action Planning &amp; Generation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Ollama Integration:</a:t>
            </a:r>
            <a:r>
              <a:rPr lang="en-GB" sz="1400">
                <a:solidFill>
                  <a:schemeClr val="dk1"/>
                </a:solidFill>
              </a:rPr>
              <a:t> Utilized </a:t>
            </a:r>
            <a:r>
              <a:rPr b="1" lang="en-GB" sz="1400">
                <a:solidFill>
                  <a:schemeClr val="dk1"/>
                </a:solidFill>
              </a:rPr>
              <a:t>Ollama</a:t>
            </a:r>
            <a:r>
              <a:rPr lang="en-GB" sz="1400">
                <a:solidFill>
                  <a:schemeClr val="dk1"/>
                </a:solidFill>
              </a:rPr>
              <a:t> for efficient, </a:t>
            </a:r>
            <a:r>
              <a:rPr b="1" lang="en-GB" sz="1400">
                <a:solidFill>
                  <a:schemeClr val="dk1"/>
                </a:solidFill>
              </a:rPr>
              <a:t>local deployment of Llama LLM models</a:t>
            </a:r>
            <a:r>
              <a:rPr lang="en-GB" sz="1400">
                <a:solidFill>
                  <a:schemeClr val="dk1"/>
                </a:solidFill>
              </a:rPr>
              <a:t>. This ensured: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Enhanced </a:t>
            </a:r>
            <a:r>
              <a:rPr b="1" lang="en-GB" sz="1400">
                <a:solidFill>
                  <a:schemeClr val="dk1"/>
                </a:solidFill>
              </a:rPr>
              <a:t>privacy</a:t>
            </a:r>
            <a:r>
              <a:rPr lang="en-GB" sz="1400">
                <a:solidFill>
                  <a:schemeClr val="dk1"/>
                </a:solidFill>
              </a:rPr>
              <a:t> (data stays on-premises).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Reduced </a:t>
            </a:r>
            <a:r>
              <a:rPr b="1" lang="en-GB" sz="1400">
                <a:solidFill>
                  <a:schemeClr val="dk1"/>
                </a:solidFill>
              </a:rPr>
              <a:t>latency</a:t>
            </a:r>
            <a:r>
              <a:rPr lang="en-GB" sz="1400">
                <a:solidFill>
                  <a:schemeClr val="dk1"/>
                </a:solidFill>
              </a:rPr>
              <a:t> for real-time agent operations.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Cost-effectiveness by leveraging local compute resources.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Impact:</a:t>
            </a:r>
            <a:r>
              <a:rPr lang="en-GB" sz="1400">
                <a:solidFill>
                  <a:schemeClr val="dk1"/>
                </a:solidFill>
              </a:rPr>
              <a:t> Empowered agents with powerful linguistic and reasoning abilities while maintaining control over deployment environment.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Multi-Agent Orchestration: LangChain &amp; LangGraph in Action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406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LangChain for Agent Building:</a:t>
            </a:r>
            <a:r>
              <a:rPr lang="en-GB" sz="1300">
                <a:solidFill>
                  <a:schemeClr val="dk1"/>
                </a:solidFill>
              </a:rPr>
              <a:t> Employed to construct individual AI agents, providing essential components: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Tools:</a:t>
            </a:r>
            <a:r>
              <a:rPr lang="en-GB" sz="1300">
                <a:solidFill>
                  <a:schemeClr val="dk1"/>
                </a:solidFill>
              </a:rPr>
              <a:t> Allowing agents to interact with external systems and APIs.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Memory:</a:t>
            </a:r>
            <a:r>
              <a:rPr lang="en-GB" sz="1300">
                <a:solidFill>
                  <a:schemeClr val="dk1"/>
                </a:solidFill>
              </a:rPr>
              <a:t> Enabling agents to maintain conversational context and recall past actions/decisions.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Chaining:</a:t>
            </a:r>
            <a:r>
              <a:rPr lang="en-GB" sz="1300">
                <a:solidFill>
                  <a:schemeClr val="dk1"/>
                </a:solidFill>
              </a:rPr>
              <a:t> Defining sequences of operations for agents to perform.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LangGraph for Control Flow:</a:t>
            </a:r>
            <a:r>
              <a:rPr lang="en-GB" sz="1300">
                <a:solidFill>
                  <a:schemeClr val="dk1"/>
                </a:solidFill>
              </a:rPr>
              <a:t> Crucial for designing and managing the </a:t>
            </a:r>
            <a:r>
              <a:rPr b="1" lang="en-GB" sz="1300">
                <a:solidFill>
                  <a:schemeClr val="dk1"/>
                </a:solidFill>
              </a:rPr>
              <a:t>complex, stateful interactions between multiple autonomous agents</a:t>
            </a:r>
            <a:r>
              <a:rPr lang="en-GB" sz="1300">
                <a:solidFill>
                  <a:schemeClr val="dk1"/>
                </a:solidFill>
              </a:rPr>
              <a:t>. This enabled: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Dynamic Decision-Making:</a:t>
            </a:r>
            <a:r>
              <a:rPr lang="en-GB" sz="1300">
                <a:solidFill>
                  <a:schemeClr val="dk1"/>
                </a:solidFill>
              </a:rPr>
              <a:t> Agents could dynamically choose actions and transition between states based on real-time observations.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Adaptive Planning:</a:t>
            </a:r>
            <a:r>
              <a:rPr lang="en-GB" sz="1300">
                <a:solidFill>
                  <a:schemeClr val="dk1"/>
                </a:solidFill>
              </a:rPr>
              <a:t> The system could adjust its plan on the fly in response to new information or unexpected outcomes.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Complex Workflows:</a:t>
            </a:r>
            <a:r>
              <a:rPr lang="en-GB" sz="1300">
                <a:solidFill>
                  <a:schemeClr val="dk1"/>
                </a:solidFill>
              </a:rPr>
              <a:t> Orchestrated sophisticated multi-agent architectures (e.g., supervisor-subordinate, collaborative swarm) to tackle intricate automation challenges.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Development Language:</a:t>
            </a:r>
            <a:r>
              <a:rPr lang="en-GB" sz="1300">
                <a:solidFill>
                  <a:schemeClr val="dk1"/>
                </a:solidFill>
              </a:rPr>
              <a:t> </a:t>
            </a:r>
            <a:r>
              <a:rPr b="1" lang="en-GB" sz="1300">
                <a:solidFill>
                  <a:schemeClr val="dk1"/>
                </a:solidFill>
              </a:rPr>
              <a:t>Python</a:t>
            </a:r>
            <a:r>
              <a:rPr lang="en-GB" sz="1300">
                <a:solidFill>
                  <a:schemeClr val="dk1"/>
                </a:solidFill>
              </a:rPr>
              <a:t> as the core programming language for the entire ecosystem.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Role: Architecting &amp; Developing Autonomous AI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Architectural Leadership: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Designed the </a:t>
            </a:r>
            <a:r>
              <a:rPr b="1" lang="en-GB" sz="1400">
                <a:solidFill>
                  <a:schemeClr val="dk1"/>
                </a:solidFill>
              </a:rPr>
              <a:t>modular, multi-agent architecture</a:t>
            </a:r>
            <a:r>
              <a:rPr lang="en-GB" sz="1400">
                <a:solidFill>
                  <a:schemeClr val="dk1"/>
                </a:solidFill>
              </a:rPr>
              <a:t>, defining specialized roles and communication protocols for each AI entity.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Engineered the </a:t>
            </a:r>
            <a:r>
              <a:rPr b="1" lang="en-GB" sz="1400">
                <a:solidFill>
                  <a:schemeClr val="dk1"/>
                </a:solidFill>
              </a:rPr>
              <a:t>autonomous workflow control</a:t>
            </a:r>
            <a:r>
              <a:rPr lang="en-GB" sz="1400">
                <a:solidFill>
                  <a:schemeClr val="dk1"/>
                </a:solidFill>
              </a:rPr>
              <a:t> using LangGraph's graph-based approach for dynamic decision-making and adaptive planning.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Hands-on Development Engineer: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End-to-End Implementation:</a:t>
            </a:r>
            <a:r>
              <a:rPr lang="en-GB" sz="1400">
                <a:solidFill>
                  <a:schemeClr val="dk1"/>
                </a:solidFill>
              </a:rPr>
              <a:t> Responsible for the complete hands-on coding and implementation of the multi-agent application.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Developed custom agents, defined their tools, integrated memory, and constructed the LangGraph workflows.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Configured </a:t>
            </a:r>
            <a:r>
              <a:rPr b="1" lang="en-GB" sz="1400">
                <a:solidFill>
                  <a:schemeClr val="dk1"/>
                </a:solidFill>
              </a:rPr>
              <a:t>Ollama integration</a:t>
            </a:r>
            <a:r>
              <a:rPr lang="en-GB" sz="1400">
                <a:solidFill>
                  <a:schemeClr val="dk1"/>
                </a:solidFill>
              </a:rPr>
              <a:t> for seamless local LLM inference.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Implemented robust testing, debugging, and performance optimization for the entire system.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Achievements &amp; Transformative Impact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Pioneering Automation:</a:t>
            </a:r>
            <a:r>
              <a:rPr lang="en-GB" sz="1500">
                <a:solidFill>
                  <a:schemeClr val="dk1"/>
                </a:solidFill>
              </a:rPr>
              <a:t> Successfully transitioned traditional rule-based automation to intelligent, adaptive, and goal-oriented </a:t>
            </a:r>
            <a:r>
              <a:rPr b="1" lang="en-GB" sz="1500">
                <a:solidFill>
                  <a:schemeClr val="dk1"/>
                </a:solidFill>
              </a:rPr>
              <a:t>AI agent-driven workflows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Enhanced Autonomy:</a:t>
            </a:r>
            <a:r>
              <a:rPr lang="en-GB" sz="1500">
                <a:solidFill>
                  <a:schemeClr val="dk1"/>
                </a:solidFill>
              </a:rPr>
              <a:t> Enabled the automation of complex tasks with unprecedented levels of autonomy, significantly increasing operational efficiency and resource optimization.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Leveraged Open-Source LLMs:</a:t>
            </a:r>
            <a:r>
              <a:rPr lang="en-GB" sz="1500">
                <a:solidFill>
                  <a:schemeClr val="dk1"/>
                </a:solidFill>
              </a:rPr>
              <a:t> Demonstrated the practical viability and power of using </a:t>
            </a:r>
            <a:r>
              <a:rPr b="1" lang="en-GB" sz="1500">
                <a:solidFill>
                  <a:schemeClr val="dk1"/>
                </a:solidFill>
              </a:rPr>
              <a:t>local, open-source LLMs (Llama via Ollama)</a:t>
            </a:r>
            <a:r>
              <a:rPr lang="en-GB" sz="1500">
                <a:solidFill>
                  <a:schemeClr val="dk1"/>
                </a:solidFill>
              </a:rPr>
              <a:t> for building sophisticated, privacy-conscious AI automation solutions.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Scalable &amp; Flexible System:</a:t>
            </a:r>
            <a:r>
              <a:rPr lang="en-GB" sz="1500">
                <a:solidFill>
                  <a:schemeClr val="dk1"/>
                </a:solidFill>
              </a:rPr>
              <a:t> Delivered a highly modular and flexible system capable of adapting to diverse automation needs and scaling for future requirements.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Showcased Advanced AI Engineering:</a:t>
            </a:r>
            <a:r>
              <a:rPr lang="en-GB" sz="1500">
                <a:solidFill>
                  <a:schemeClr val="dk1"/>
                </a:solidFill>
              </a:rPr>
              <a:t> A testament to expertise in cutting-edge AI frameworks and the practical application of LLMs to solve real-world automation challenges.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