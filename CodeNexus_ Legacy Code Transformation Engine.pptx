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6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italic.fntdata"/><Relationship Id="rId13" Type="http://schemas.openxmlformats.org/officeDocument/2006/relationships/font" Target="fonts/RobotoSlab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9d64ec67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9d64ec67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9d64ec67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9d64ec67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9d64ec67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9d64ec67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9d64ec67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9d64ec67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9d64ec67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9d64ec67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9d64ec67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9d64ec67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CodeNexus: Legacy Code Transformation Engine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AI-Powered COBOL Modernization with Generative 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Vision: Your AI Partner in Innovation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The "Iron Man" Vision: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To build an "Iron Man" class AI partner that thinks </a:t>
            </a:r>
            <a:r>
              <a:rPr i="1" lang="en-GB" sz="1500">
                <a:latin typeface="Arial"/>
                <a:ea typeface="Arial"/>
                <a:cs typeface="Arial"/>
                <a:sym typeface="Arial"/>
              </a:rPr>
              <a:t>with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you, transforming legacy COBOL codebases into modern Python and Java.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Beyond Automation: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This system is an intelligent, adaptive code evolution engine, accelerating modernization and unlocking new possibilities.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The Challenge: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Legacy Burden: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Vast COBOL codebases in critical sectors (e.g., banking) are difficult to maintain, staff, and integrate.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Migration Bottleneck: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Manual refactoring is slow, error-prone, and resource-intensive, hindering digital transformation.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Solution: AI-Driven Code Translation &amp; Semantic Preservation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Core Approach: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Fine-tuning a state-of-the-art Large Language Model (LLM) for high-fidelity COBOL-to-Python and COBOL-to-Java translation.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Base Model: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Leveraging a robust Code LLM like </a:t>
            </a: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CodeLlama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Key Capabilities: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Accurate Syntax Translation: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Converting COBOL syntax to idiomatic Python and Java.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Semantic Preservation: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Ensuring the translated code maintains original business logic and functionality.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Idiomatic Generation: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Producing clean, maintainable code adhering to target language best practices.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Scalable Transformation: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Designed to handle large, complex COBOL codebases efficiently.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Power Behind the AI: Cutting-Edge Multi-GPU Infrastructure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EdgeAI System: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Your on-premises powerhouse for AI development.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NVIDIA RTX 4090D GPUs: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The core of the system, delivering over </a:t>
            </a: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a petaflop of AI performance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Scalability: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Seamlessly scales from 2 to 8 GPUs, providing immense computational capacity.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Model Capability: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Empowers your team to prototype, fine-tune, and deploy massive AI models up to </a:t>
            </a: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70 billion parameters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This isn't just technology; it's the computational backbone for advanced LLM fine-tuning, enabling rapid iteration and superior model performance.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 Role: Architecting &amp; Engineering the Transformation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Architectural Design: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Led the conceptualization and design of the entire AI-powered code transformation pipeline.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LLM Fine-tuning Expert: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Architected and implemented the fine-tuning process using the provided Jupyter Notebook (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fine-tune-codellama-nvidia-multi-gpu-ready.ipynb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Utilized 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transformers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PEFT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bitsandbytes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accelerate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trl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for efficient and memory-optimized training.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Multi-GPU Optimization: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Engineered the training process to effectively leverage the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NVIDIA RTX 4090D multi-GPU server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for accelerated fine-tuning.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Data Pipeline Development: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Designed the strategy for curating, preprocessing, and managing COBOL-to-Python/Java parallel datasets.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Evaluation &amp; Iteration: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Established rigorous evaluation methodologies (e.g., BLEU, ROUGE, code quality checks, unit test pass rates) to ensure high-fidelity translations.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Roadmap: From COBOL to Modern Code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Phase 1: COBOL to Python Fine-tuning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Dataset Curation: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High-quality COBOL-Python parallel dataset creation.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Model Setup &amp; Distributed Training: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Fine-tuning CodeLlama on NVIDIA RTX 4090D GPUs.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Rigorous Evaluation: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Assessing accuracy, quality, and idiomatic correctness.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Internal POC Deployment: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Demonstrating Python generation capabilities.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Phase 2: COBOL to Java Fine-tuning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Dataset Curation: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Building a robust COBOL-Java parallel dataset.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Model Adaptation &amp; Training: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Fine-tuning for Java translation.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Comprehensive Testing: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Validating performance across diverse Java codebases.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Continuous Improvement: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Iterative refinement of models and processes based on real-world feedback.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Impact: Unlocking Legacy, Driving Innovation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Accelerated Modernization: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Dramatically reduces the time and cost of migrating critical COBOL applications.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Enhanced Code Quality: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Generates cleaner, more maintainable target language code than manual efforts.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Bridging the Skill Gap: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Empowers modern developers to work with legacy logic in familiar languages.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Unlocking Value: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Frees up resources from legacy maintenance to drive new innovations and competitive advantages.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Future: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Bidirectional Translation: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Exploring COBOL round-trip validation.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Automated Testing Integration: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Direct linking to CI/CD pipelines.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Contextual Understanding: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Deeper understanding of system architecture for holistic transformations.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Self-Correction &amp; Agentic Loops: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Enabling the AI to identify and fix its own code errors.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