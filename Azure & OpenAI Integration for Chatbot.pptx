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b252fb19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b252fb19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b252fb19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b252fb19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b252fb19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b252fb19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6b252fb19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6b252fb19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b252fb19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b252fb19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Azure &amp; OpenAI Integration for Chatbot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Enhancing Customer Interactions at a Leading Indian Bank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Elevating Banking Chatbot Intelligence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Domain:</a:t>
            </a:r>
            <a:r>
              <a:rPr lang="en-GB">
                <a:solidFill>
                  <a:schemeClr val="dk1"/>
                </a:solidFill>
              </a:rPr>
              <a:t> Banking, Chatbot Integration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Duration:</a:t>
            </a:r>
            <a:r>
              <a:rPr lang="en-GB">
                <a:solidFill>
                  <a:schemeClr val="dk1"/>
                </a:solidFill>
              </a:rPr>
              <a:t> Ongoing (Please specify start date and expected end date if possible, e.g., "Jan 2024 - Ongoing")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The Goal:</a:t>
            </a:r>
            <a:r>
              <a:rPr lang="en-GB">
                <a:solidFill>
                  <a:schemeClr val="dk1"/>
                </a:solidFill>
              </a:rPr>
              <a:t> Seamlessly integrate </a:t>
            </a:r>
            <a:r>
              <a:rPr b="1" lang="en-GB">
                <a:solidFill>
                  <a:schemeClr val="dk1"/>
                </a:solidFill>
              </a:rPr>
              <a:t>Azure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OpenAI</a:t>
            </a:r>
            <a:r>
              <a:rPr lang="en-GB">
                <a:solidFill>
                  <a:schemeClr val="dk1"/>
                </a:solidFill>
              </a:rPr>
              <a:t> technologies to significantly enhance the capabilities and intelligence of a chatbot for one of India's largest banks.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Key Focus Areas:</a:t>
            </a:r>
            <a:r>
              <a:rPr lang="en-GB">
                <a:solidFill>
                  <a:schemeClr val="dk1"/>
                </a:solidFill>
              </a:rPr>
              <a:t> Advanced data analysis, robust data pipeline development, and implementation of a scalable, cost-effective serverless architecture.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Architecture: Powering the Chatbot with Azure &amp; OpenAI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695800" cy="37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OpenAI Integration:</a:t>
            </a:r>
            <a:r>
              <a:rPr lang="en-GB" sz="1300">
                <a:solidFill>
                  <a:schemeClr val="dk1"/>
                </a:solidFill>
              </a:rPr>
              <a:t> Leveraging </a:t>
            </a:r>
            <a:r>
              <a:rPr b="1" lang="en-GB" sz="1300">
                <a:solidFill>
                  <a:schemeClr val="dk1"/>
                </a:solidFill>
              </a:rPr>
              <a:t>OpenAI's advanced AI models</a:t>
            </a:r>
            <a:r>
              <a:rPr lang="en-GB" sz="1300">
                <a:solidFill>
                  <a:schemeClr val="dk1"/>
                </a:solidFill>
              </a:rPr>
              <a:t> (e.g., GPT series) to provide natural language understanding, generation, and conversational intelligence.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Azure as the Backbone:</a:t>
            </a:r>
            <a:r>
              <a:rPr lang="en-GB" sz="1300">
                <a:solidFill>
                  <a:schemeClr val="dk1"/>
                </a:solidFill>
              </a:rPr>
              <a:t> Utilizing </a:t>
            </a:r>
            <a:r>
              <a:rPr b="1" lang="en-GB" sz="1300">
                <a:solidFill>
                  <a:schemeClr val="dk1"/>
                </a:solidFill>
              </a:rPr>
              <a:t>Microsoft Azure</a:t>
            </a:r>
            <a:r>
              <a:rPr lang="en-GB" sz="1300">
                <a:solidFill>
                  <a:schemeClr val="dk1"/>
                </a:solidFill>
              </a:rPr>
              <a:t> as the cloud platform for hosting, scaling, and managing the entire chatbot ecosystem.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Data Pipeline Development: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Designed and built a </a:t>
            </a:r>
            <a:r>
              <a:rPr b="1" lang="en-GB" sz="1300">
                <a:solidFill>
                  <a:schemeClr val="dk1"/>
                </a:solidFill>
              </a:rPr>
              <a:t>robust data pipeline</a:t>
            </a:r>
            <a:r>
              <a:rPr lang="en-GB" sz="1300">
                <a:solidFill>
                  <a:schemeClr val="dk1"/>
                </a:solidFill>
              </a:rPr>
              <a:t> for efficient ingestion, processing, and transformation of conversational and banking data.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Ensures smooth and continuous data flow to refine chatbot intelligence.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Serverless Architecture (Azure Functions):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Implemented </a:t>
            </a:r>
            <a:r>
              <a:rPr b="1" lang="en-GB" sz="1300">
                <a:solidFill>
                  <a:schemeClr val="dk1"/>
                </a:solidFill>
              </a:rPr>
              <a:t>Azure Functions</a:t>
            </a:r>
            <a:r>
              <a:rPr lang="en-GB" sz="1300">
                <a:solidFill>
                  <a:schemeClr val="dk1"/>
                </a:solidFill>
              </a:rPr>
              <a:t> for specific, event-driven tasks within the chatbot.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Ensures cost-effective execution, automatic scaling, and high availability.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Azure Resources Management:</a:t>
            </a:r>
            <a:r>
              <a:rPr lang="en-GB" sz="1300">
                <a:solidFill>
                  <a:schemeClr val="dk1"/>
                </a:solidFill>
              </a:rPr>
              <a:t> Orchestrated various Azure services to ensure optimal performance, security, and scalability of the chatbot solution.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Delivering Enhanced Chatbot Intelligence with RAG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Retrieval-Augmented Generation (RAG):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Implemented </a:t>
            </a:r>
            <a:r>
              <a:rPr b="1" lang="en-GB" sz="1400">
                <a:solidFill>
                  <a:schemeClr val="dk1"/>
                </a:solidFill>
              </a:rPr>
              <a:t>RAG architecture</a:t>
            </a:r>
            <a:r>
              <a:rPr lang="en-GB" sz="1400">
                <a:solidFill>
                  <a:schemeClr val="dk1"/>
                </a:solidFill>
              </a:rPr>
              <a:t> to provide the chatbot with access to up-to-date, accurate, and bank-specific information.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This allows the chatbot to retrieve relevant internal documents, policies, and customer data, then generate more informed and contextually appropriate responses, reducing hallucinations.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Data Science Collaboration: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Worked closely with the data science team to analyze conversational data, identify patterns, and extract insights.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Ensured optimal utilization of data for continuous chatbot refinement and improved user experience.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Technological Proficiency:</a:t>
            </a:r>
            <a:r>
              <a:rPr lang="en-GB" sz="1400">
                <a:solidFill>
                  <a:schemeClr val="dk1"/>
                </a:solidFill>
              </a:rPr>
              <a:t> Azure, OpenAI, Data Science, Data Pipeline, Azure Function, Serverless, RAG.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Contribution: Driving Innovation &amp; Efficiency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Data Science Collaboration:</a:t>
            </a:r>
            <a:r>
              <a:rPr lang="en-GB" sz="1200">
                <a:solidFill>
                  <a:schemeClr val="dk1"/>
                </a:solidFill>
              </a:rPr>
              <a:t> Partnered with the data science team to interpret data analysis for optimal chatbot enhancements.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Lead Data Pipeline Development:</a:t>
            </a:r>
            <a:r>
              <a:rPr lang="en-GB" sz="1200">
                <a:solidFill>
                  <a:schemeClr val="dk1"/>
                </a:solidFill>
              </a:rPr>
              <a:t> Spearheaded the creation of an efficient and reliable data pipeline for seamless data processing.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Azure Function Implementation:</a:t>
            </a:r>
            <a:r>
              <a:rPr lang="en-GB" sz="1200">
                <a:solidFill>
                  <a:schemeClr val="dk1"/>
                </a:solidFill>
              </a:rPr>
              <a:t> Successfully implemented Azure Functions, leveraging serverless architecture for efficiency and cost optimization.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Azure Resources Management:</a:t>
            </a:r>
            <a:r>
              <a:rPr lang="en-GB" sz="1200">
                <a:solidFill>
                  <a:schemeClr val="dk1"/>
                </a:solidFill>
              </a:rPr>
              <a:t> Managed and optimized critical Azure resources for peak chatbot performance and scalability.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Enhanced Chatbot Intelligence:</a:t>
            </a:r>
            <a:r>
              <a:rPr lang="en-GB" sz="1200">
                <a:solidFill>
                  <a:schemeClr val="dk1"/>
                </a:solidFill>
              </a:rPr>
              <a:t> Successfully implemented data-driven improvements, leading to more accurate and context-aware chatbot interactions.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Optimized Data Processing:</a:t>
            </a:r>
            <a:r>
              <a:rPr lang="en-GB" sz="1200">
                <a:solidFill>
                  <a:schemeClr val="dk1"/>
                </a:solidFill>
              </a:rPr>
              <a:t> Developed and optimized the data pipeline for continuous improvement and efficient data utilization.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Cost-Effective Serverless Architecture:</a:t>
            </a:r>
            <a:r>
              <a:rPr lang="en-GB" sz="1200">
                <a:solidFill>
                  <a:schemeClr val="dk1"/>
                </a:solidFill>
              </a:rPr>
              <a:t> Achieved significant cost savings through strategic implementation of Azure Functions.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Impact: Revolutionizing Banking Customer Service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Elevated Customer Interactions:</a:t>
            </a:r>
            <a:r>
              <a:rPr lang="en-GB" sz="1400">
                <a:solidFill>
                  <a:schemeClr val="dk1"/>
                </a:solidFill>
              </a:rPr>
              <a:t> Significantly enhanced the chatbot's capabilities, providing bank customers with a more intelligent, responsive, and satisfying experience.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Data-Driven Excellence:</a:t>
            </a:r>
            <a:r>
              <a:rPr lang="en-GB" sz="1400">
                <a:solidFill>
                  <a:schemeClr val="dk1"/>
                </a:solidFill>
              </a:rPr>
              <a:t> The focus on data analysis and robust pipelines ensures the chatbot continually learns and improves.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Operational Efficiency:</a:t>
            </a:r>
            <a:r>
              <a:rPr lang="en-GB" sz="1400">
                <a:solidFill>
                  <a:schemeClr val="dk1"/>
                </a:solidFill>
              </a:rPr>
              <a:t> Serverless architecture provides a cutting-edge and cost-effective solution for the bank, optimizing resource usage.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Strategic Advantage:</a:t>
            </a:r>
            <a:r>
              <a:rPr lang="en-GB" sz="1400">
                <a:solidFill>
                  <a:schemeClr val="dk1"/>
                </a:solidFill>
              </a:rPr>
              <a:t> Positions one of India's largest banks at the forefront of AI-driven customer service in the financial sector.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400">
                <a:solidFill>
                  <a:schemeClr val="dk1"/>
                </a:solidFill>
              </a:rPr>
              <a:t>Future Growth:</a:t>
            </a:r>
            <a:r>
              <a:rPr lang="en-GB" sz="1400">
                <a:solidFill>
                  <a:schemeClr val="dk1"/>
                </a:solidFill>
              </a:rPr>
              <a:t> This ongoing integration sets the foundation for further AI innovations within the bank's digital channels.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